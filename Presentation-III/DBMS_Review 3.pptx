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Barlow SemiCondensed Bold" charset="1" panose="00000806000000000000"/>
      <p:regular r:id="rId15"/>
    </p:embeddedFont>
    <p:embeddedFont>
      <p:font typeface="Work Sans Bold" charset="1" panose="00000000000000000000"/>
      <p:regular r:id="rId16"/>
    </p:embeddedFont>
    <p:embeddedFont>
      <p:font typeface="Work Sans" charset="1" panose="00000000000000000000"/>
      <p:regular r:id="rId17"/>
    </p:embeddedFont>
    <p:embeddedFont>
      <p:font typeface="Work Sans Italics" charset="1" panose="000000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pn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10.pn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13.png" Type="http://schemas.openxmlformats.org/officeDocument/2006/relationships/image"/><Relationship Id="rId7" Target="../media/image14.png" Type="http://schemas.openxmlformats.org/officeDocument/2006/relationships/image"/><Relationship Id="rId8" Target="../media/image1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84323" y="7226864"/>
            <a:ext cx="2785070" cy="3301269"/>
          </a:xfrm>
          <a:custGeom>
            <a:avLst/>
            <a:gdLst/>
            <a:ahLst/>
            <a:cxnLst/>
            <a:rect r="r" b="b" t="t" l="l"/>
            <a:pathLst>
              <a:path h="3301269" w="2785070">
                <a:moveTo>
                  <a:pt x="0" y="0"/>
                </a:moveTo>
                <a:lnTo>
                  <a:pt x="2785070" y="0"/>
                </a:lnTo>
                <a:lnTo>
                  <a:pt x="2785070" y="3301269"/>
                </a:lnTo>
                <a:lnTo>
                  <a:pt x="0" y="33012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6588736" y="-1070386"/>
            <a:ext cx="2481021" cy="2940865"/>
          </a:xfrm>
          <a:custGeom>
            <a:avLst/>
            <a:gdLst/>
            <a:ahLst/>
            <a:cxnLst/>
            <a:rect r="r" b="b" t="t" l="l"/>
            <a:pathLst>
              <a:path h="2940865" w="2481021">
                <a:moveTo>
                  <a:pt x="2481021" y="2940865"/>
                </a:moveTo>
                <a:lnTo>
                  <a:pt x="0" y="2940865"/>
                </a:lnTo>
                <a:lnTo>
                  <a:pt x="0" y="0"/>
                </a:lnTo>
                <a:lnTo>
                  <a:pt x="2481021" y="0"/>
                </a:lnTo>
                <a:lnTo>
                  <a:pt x="2481021" y="294086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67061" y="6997418"/>
            <a:ext cx="845876" cy="861541"/>
          </a:xfrm>
          <a:custGeom>
            <a:avLst/>
            <a:gdLst/>
            <a:ahLst/>
            <a:cxnLst/>
            <a:rect r="r" b="b" t="t" l="l"/>
            <a:pathLst>
              <a:path h="861541" w="845876">
                <a:moveTo>
                  <a:pt x="0" y="0"/>
                </a:moveTo>
                <a:lnTo>
                  <a:pt x="845877" y="0"/>
                </a:lnTo>
                <a:lnTo>
                  <a:pt x="845877" y="861541"/>
                </a:lnTo>
                <a:lnTo>
                  <a:pt x="0" y="8615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17002921" y="1449665"/>
            <a:ext cx="826325" cy="841628"/>
          </a:xfrm>
          <a:custGeom>
            <a:avLst/>
            <a:gdLst/>
            <a:ahLst/>
            <a:cxnLst/>
            <a:rect r="r" b="b" t="t" l="l"/>
            <a:pathLst>
              <a:path h="841628" w="826325">
                <a:moveTo>
                  <a:pt x="826326" y="841628"/>
                </a:moveTo>
                <a:lnTo>
                  <a:pt x="0" y="841628"/>
                </a:lnTo>
                <a:lnTo>
                  <a:pt x="0" y="0"/>
                </a:lnTo>
                <a:lnTo>
                  <a:pt x="826326" y="0"/>
                </a:lnTo>
                <a:lnTo>
                  <a:pt x="826326" y="84162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4270881" y="8022214"/>
            <a:ext cx="5633392" cy="3404352"/>
          </a:xfrm>
          <a:custGeom>
            <a:avLst/>
            <a:gdLst/>
            <a:ahLst/>
            <a:cxnLst/>
            <a:rect r="r" b="b" t="t" l="l"/>
            <a:pathLst>
              <a:path h="3404352" w="5633392">
                <a:moveTo>
                  <a:pt x="5633392" y="0"/>
                </a:moveTo>
                <a:lnTo>
                  <a:pt x="0" y="0"/>
                </a:lnTo>
                <a:lnTo>
                  <a:pt x="0" y="3404352"/>
                </a:lnTo>
                <a:lnTo>
                  <a:pt x="5633392" y="3404352"/>
                </a:lnTo>
                <a:lnTo>
                  <a:pt x="5633392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-1572494" y="-1186685"/>
            <a:ext cx="5755226" cy="3477978"/>
          </a:xfrm>
          <a:custGeom>
            <a:avLst/>
            <a:gdLst/>
            <a:ahLst/>
            <a:cxnLst/>
            <a:rect r="r" b="b" t="t" l="l"/>
            <a:pathLst>
              <a:path h="3477978" w="5755226">
                <a:moveTo>
                  <a:pt x="0" y="3477978"/>
                </a:moveTo>
                <a:lnTo>
                  <a:pt x="5755226" y="3477978"/>
                </a:lnTo>
                <a:lnTo>
                  <a:pt x="5755226" y="0"/>
                </a:lnTo>
                <a:lnTo>
                  <a:pt x="0" y="0"/>
                </a:lnTo>
                <a:lnTo>
                  <a:pt x="0" y="3477978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6830549" y="5143500"/>
            <a:ext cx="4626902" cy="893487"/>
            <a:chOff x="0" y="0"/>
            <a:chExt cx="750143" cy="14485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50143" cy="144858"/>
            </a:xfrm>
            <a:custGeom>
              <a:avLst/>
              <a:gdLst/>
              <a:ahLst/>
              <a:cxnLst/>
              <a:rect r="r" b="b" t="t" l="l"/>
              <a:pathLst>
                <a:path h="144858" w="750143">
                  <a:moveTo>
                    <a:pt x="44445" y="0"/>
                  </a:moveTo>
                  <a:lnTo>
                    <a:pt x="705697" y="0"/>
                  </a:lnTo>
                  <a:cubicBezTo>
                    <a:pt x="730244" y="0"/>
                    <a:pt x="750143" y="19899"/>
                    <a:pt x="750143" y="44445"/>
                  </a:cubicBezTo>
                  <a:lnTo>
                    <a:pt x="750143" y="100412"/>
                  </a:lnTo>
                  <a:cubicBezTo>
                    <a:pt x="750143" y="124959"/>
                    <a:pt x="730244" y="144858"/>
                    <a:pt x="705697" y="144858"/>
                  </a:cubicBezTo>
                  <a:lnTo>
                    <a:pt x="44445" y="144858"/>
                  </a:lnTo>
                  <a:cubicBezTo>
                    <a:pt x="19899" y="144858"/>
                    <a:pt x="0" y="124959"/>
                    <a:pt x="0" y="100412"/>
                  </a:cubicBezTo>
                  <a:lnTo>
                    <a:pt x="0" y="44445"/>
                  </a:lnTo>
                  <a:cubicBezTo>
                    <a:pt x="0" y="19899"/>
                    <a:pt x="19899" y="0"/>
                    <a:pt x="44445" y="0"/>
                  </a:cubicBezTo>
                  <a:close/>
                </a:path>
              </a:pathLst>
            </a:custGeom>
            <a:ln w="38100" cap="rnd">
              <a:solidFill>
                <a:srgbClr val="3A5F7D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750143" cy="192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123958" y="2425171"/>
            <a:ext cx="15878963" cy="2441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b="true" sz="6999">
                <a:solidFill>
                  <a:srgbClr val="3A5F7D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CAR RENTAL RESERVATION AND VEHICLE RETURN MANAGEMENT SYSTEM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108092" y="6451162"/>
            <a:ext cx="4894830" cy="2426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4"/>
              </a:lnSpc>
            </a:pPr>
            <a:r>
              <a:rPr lang="en-US" sz="3474" b="true">
                <a:solidFill>
                  <a:srgbClr val="3A5F7D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Presented by :</a:t>
            </a:r>
          </a:p>
          <a:p>
            <a:pPr algn="l">
              <a:lnSpc>
                <a:spcPts val="4864"/>
              </a:lnSpc>
            </a:pPr>
            <a:r>
              <a:rPr lang="en-US" sz="3474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Sansita.M</a:t>
            </a:r>
          </a:p>
          <a:p>
            <a:pPr algn="l">
              <a:lnSpc>
                <a:spcPts val="4864"/>
              </a:lnSpc>
            </a:pPr>
            <a:r>
              <a:rPr lang="en-US" sz="3474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25WU0102244</a:t>
            </a:r>
          </a:p>
          <a:p>
            <a:pPr algn="l">
              <a:lnSpc>
                <a:spcPts val="4864"/>
              </a:lnSpc>
            </a:pPr>
            <a:r>
              <a:rPr lang="en-US" sz="3474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AIML - Whales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985589" y="4642627"/>
            <a:ext cx="2316822" cy="1207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4"/>
              </a:lnSpc>
            </a:pPr>
          </a:p>
          <a:p>
            <a:pPr algn="l">
              <a:lnSpc>
                <a:spcPts val="4864"/>
              </a:lnSpc>
            </a:pPr>
            <a:r>
              <a:rPr lang="en-US" sz="3474" b="true">
                <a:solidFill>
                  <a:srgbClr val="3A5F7D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REVIEW 3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828459" y="1374911"/>
            <a:ext cx="8631082" cy="1552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b="true" sz="9000">
                <a:solidFill>
                  <a:srgbClr val="3A5F7D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OBJECTIVE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557438" y="3296663"/>
            <a:ext cx="11359585" cy="3925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78"/>
              </a:lnSpc>
            </a:pPr>
            <a:r>
              <a:rPr lang="en-US" sz="3699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To</a:t>
            </a:r>
            <a:r>
              <a:rPr lang="en-US" sz="3699">
                <a:solidFill>
                  <a:srgbClr val="3A5F7D"/>
                </a:solidFill>
                <a:latin typeface="Work Sans"/>
                <a:ea typeface="Work Sans"/>
                <a:cs typeface="Work Sans"/>
                <a:sym typeface="Work Sans"/>
              </a:rPr>
              <a:t> develop a web-based Car Rental Management System that allows customer, vehicle, reservation, rental, return, and payment records to be efficiently managed through a user-friendly interface connected to a MySQL database.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38263" y="8769956"/>
            <a:ext cx="3470928" cy="431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i="true">
                <a:solidFill>
                  <a:srgbClr val="3A5F7D"/>
                </a:solidFill>
                <a:latin typeface="Work Sans Italics"/>
                <a:ea typeface="Work Sans Italics"/>
                <a:cs typeface="Work Sans Italics"/>
                <a:sym typeface="Work Sans Italics"/>
              </a:rPr>
              <a:t>reallygreatsite.com</a:t>
            </a:r>
          </a:p>
        </p:txBody>
      </p:sp>
      <p:sp>
        <p:nvSpPr>
          <p:cNvPr name="AutoShape 5" id="5"/>
          <p:cNvSpPr/>
          <p:nvPr/>
        </p:nvSpPr>
        <p:spPr>
          <a:xfrm flipV="true">
            <a:off x="4856815" y="9014424"/>
            <a:ext cx="11217005" cy="9525"/>
          </a:xfrm>
          <a:prstGeom prst="line">
            <a:avLst/>
          </a:prstGeom>
          <a:ln cap="flat" w="19050">
            <a:solidFill>
              <a:srgbClr val="3A5F7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6225283" y="8668356"/>
            <a:ext cx="724455" cy="540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340"/>
              </a:lnSpc>
            </a:pPr>
            <a:r>
              <a:rPr lang="en-US" sz="3100" b="true">
                <a:solidFill>
                  <a:srgbClr val="3A5F7D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02</a:t>
            </a:r>
          </a:p>
        </p:txBody>
      </p:sp>
      <p:sp>
        <p:nvSpPr>
          <p:cNvPr name="Freeform 7" id="7"/>
          <p:cNvSpPr/>
          <p:nvPr/>
        </p:nvSpPr>
        <p:spPr>
          <a:xfrm flipH="false" flipV="true" rot="0">
            <a:off x="-130161" y="-149248"/>
            <a:ext cx="2017079" cy="2390934"/>
          </a:xfrm>
          <a:custGeom>
            <a:avLst/>
            <a:gdLst/>
            <a:ahLst/>
            <a:cxnLst/>
            <a:rect r="r" b="b" t="t" l="l"/>
            <a:pathLst>
              <a:path h="2390934" w="2017079">
                <a:moveTo>
                  <a:pt x="0" y="2390934"/>
                </a:moveTo>
                <a:lnTo>
                  <a:pt x="2017078" y="2390934"/>
                </a:lnTo>
                <a:lnTo>
                  <a:pt x="2017078" y="0"/>
                </a:lnTo>
                <a:lnTo>
                  <a:pt x="0" y="0"/>
                </a:lnTo>
                <a:lnTo>
                  <a:pt x="0" y="239093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true" rot="0">
            <a:off x="16401083" y="-184286"/>
            <a:ext cx="2017079" cy="2390934"/>
          </a:xfrm>
          <a:custGeom>
            <a:avLst/>
            <a:gdLst/>
            <a:ahLst/>
            <a:cxnLst/>
            <a:rect r="r" b="b" t="t" l="l"/>
            <a:pathLst>
              <a:path h="2390934" w="2017079">
                <a:moveTo>
                  <a:pt x="2017078" y="2390934"/>
                </a:moveTo>
                <a:lnTo>
                  <a:pt x="0" y="2390934"/>
                </a:lnTo>
                <a:lnTo>
                  <a:pt x="0" y="0"/>
                </a:lnTo>
                <a:lnTo>
                  <a:pt x="2017078" y="0"/>
                </a:lnTo>
                <a:lnTo>
                  <a:pt x="2017078" y="239093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true" rot="0">
            <a:off x="2395017" y="6705775"/>
            <a:ext cx="1014180" cy="1032961"/>
          </a:xfrm>
          <a:custGeom>
            <a:avLst/>
            <a:gdLst/>
            <a:ahLst/>
            <a:cxnLst/>
            <a:rect r="r" b="b" t="t" l="l"/>
            <a:pathLst>
              <a:path h="1032961" w="1014180">
                <a:moveTo>
                  <a:pt x="1014180" y="1032961"/>
                </a:moveTo>
                <a:lnTo>
                  <a:pt x="0" y="1032961"/>
                </a:lnTo>
                <a:lnTo>
                  <a:pt x="0" y="0"/>
                </a:lnTo>
                <a:lnTo>
                  <a:pt x="1014180" y="0"/>
                </a:lnTo>
                <a:lnTo>
                  <a:pt x="1014180" y="1032961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true" rot="0">
            <a:off x="15065264" y="3346867"/>
            <a:ext cx="827719" cy="843047"/>
          </a:xfrm>
          <a:custGeom>
            <a:avLst/>
            <a:gdLst/>
            <a:ahLst/>
            <a:cxnLst/>
            <a:rect r="r" b="b" t="t" l="l"/>
            <a:pathLst>
              <a:path h="843047" w="827719">
                <a:moveTo>
                  <a:pt x="827719" y="843048"/>
                </a:moveTo>
                <a:lnTo>
                  <a:pt x="0" y="843048"/>
                </a:lnTo>
                <a:lnTo>
                  <a:pt x="0" y="0"/>
                </a:lnTo>
                <a:lnTo>
                  <a:pt x="827719" y="0"/>
                </a:lnTo>
                <a:lnTo>
                  <a:pt x="827719" y="84304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4270881" y="8126989"/>
            <a:ext cx="5633392" cy="3404352"/>
          </a:xfrm>
          <a:custGeom>
            <a:avLst/>
            <a:gdLst/>
            <a:ahLst/>
            <a:cxnLst/>
            <a:rect r="r" b="b" t="t" l="l"/>
            <a:pathLst>
              <a:path h="3404352" w="5633392">
                <a:moveTo>
                  <a:pt x="5633392" y="0"/>
                </a:moveTo>
                <a:lnTo>
                  <a:pt x="0" y="0"/>
                </a:lnTo>
                <a:lnTo>
                  <a:pt x="0" y="3404352"/>
                </a:lnTo>
                <a:lnTo>
                  <a:pt x="5633392" y="3404352"/>
                </a:lnTo>
                <a:lnTo>
                  <a:pt x="563339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-1572494" y="-1186685"/>
            <a:ext cx="5755226" cy="3477978"/>
          </a:xfrm>
          <a:custGeom>
            <a:avLst/>
            <a:gdLst/>
            <a:ahLst/>
            <a:cxnLst/>
            <a:rect r="r" b="b" t="t" l="l"/>
            <a:pathLst>
              <a:path h="3477978" w="5755226">
                <a:moveTo>
                  <a:pt x="0" y="3477978"/>
                </a:moveTo>
                <a:lnTo>
                  <a:pt x="5755226" y="3477978"/>
                </a:lnTo>
                <a:lnTo>
                  <a:pt x="5755226" y="0"/>
                </a:lnTo>
                <a:lnTo>
                  <a:pt x="0" y="0"/>
                </a:lnTo>
                <a:lnTo>
                  <a:pt x="0" y="3477978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6225283" y="-565927"/>
            <a:ext cx="2805270" cy="2857220"/>
          </a:xfrm>
          <a:custGeom>
            <a:avLst/>
            <a:gdLst/>
            <a:ahLst/>
            <a:cxnLst/>
            <a:rect r="r" b="b" t="t" l="l"/>
            <a:pathLst>
              <a:path h="2857220" w="2805270">
                <a:moveTo>
                  <a:pt x="2805270" y="2857220"/>
                </a:moveTo>
                <a:lnTo>
                  <a:pt x="0" y="2857220"/>
                </a:lnTo>
                <a:lnTo>
                  <a:pt x="0" y="0"/>
                </a:lnTo>
                <a:lnTo>
                  <a:pt x="2805270" y="0"/>
                </a:lnTo>
                <a:lnTo>
                  <a:pt x="2805270" y="285722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338263" y="8769956"/>
            <a:ext cx="3470928" cy="431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i="true">
                <a:solidFill>
                  <a:srgbClr val="3A5F7D"/>
                </a:solidFill>
                <a:latin typeface="Work Sans Italics"/>
                <a:ea typeface="Work Sans Italics"/>
                <a:cs typeface="Work Sans Italics"/>
                <a:sym typeface="Work Sans Italics"/>
              </a:rPr>
              <a:t>reallygreatsite.com</a:t>
            </a:r>
          </a:p>
        </p:txBody>
      </p:sp>
      <p:sp>
        <p:nvSpPr>
          <p:cNvPr name="AutoShape 6" id="6"/>
          <p:cNvSpPr/>
          <p:nvPr/>
        </p:nvSpPr>
        <p:spPr>
          <a:xfrm flipV="true">
            <a:off x="4856815" y="9014424"/>
            <a:ext cx="11217005" cy="9525"/>
          </a:xfrm>
          <a:prstGeom prst="line">
            <a:avLst/>
          </a:prstGeom>
          <a:ln cap="flat" w="19050">
            <a:solidFill>
              <a:srgbClr val="3A5F7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6225283" y="8668356"/>
            <a:ext cx="724455" cy="540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340"/>
              </a:lnSpc>
            </a:pPr>
            <a:r>
              <a:rPr lang="en-US" sz="3100" b="true">
                <a:solidFill>
                  <a:srgbClr val="3A5F7D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01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573117" y="1296905"/>
            <a:ext cx="7905113" cy="1418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540"/>
              </a:lnSpc>
            </a:pPr>
            <a:r>
              <a:rPr lang="en-US" b="true" sz="8243">
                <a:solidFill>
                  <a:srgbClr val="3A5F7D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KEY FEATURES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2593277" y="3414403"/>
            <a:ext cx="6086164" cy="814955"/>
            <a:chOff x="0" y="0"/>
            <a:chExt cx="696325" cy="932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96325" cy="93240"/>
            </a:xfrm>
            <a:custGeom>
              <a:avLst/>
              <a:gdLst/>
              <a:ahLst/>
              <a:cxnLst/>
              <a:rect r="r" b="b" t="t" l="l"/>
              <a:pathLst>
                <a:path h="93240" w="696325">
                  <a:moveTo>
                    <a:pt x="17888" y="0"/>
                  </a:moveTo>
                  <a:lnTo>
                    <a:pt x="678437" y="0"/>
                  </a:lnTo>
                  <a:cubicBezTo>
                    <a:pt x="688316" y="0"/>
                    <a:pt x="696325" y="8009"/>
                    <a:pt x="696325" y="17888"/>
                  </a:cubicBezTo>
                  <a:lnTo>
                    <a:pt x="696325" y="75352"/>
                  </a:lnTo>
                  <a:cubicBezTo>
                    <a:pt x="696325" y="80096"/>
                    <a:pt x="694441" y="84646"/>
                    <a:pt x="691086" y="88001"/>
                  </a:cubicBezTo>
                  <a:cubicBezTo>
                    <a:pt x="687731" y="91355"/>
                    <a:pt x="683181" y="93240"/>
                    <a:pt x="678437" y="93240"/>
                  </a:cubicBezTo>
                  <a:lnTo>
                    <a:pt x="17888" y="93240"/>
                  </a:lnTo>
                  <a:cubicBezTo>
                    <a:pt x="13144" y="93240"/>
                    <a:pt x="8594" y="91355"/>
                    <a:pt x="5239" y="88001"/>
                  </a:cubicBezTo>
                  <a:cubicBezTo>
                    <a:pt x="1885" y="84646"/>
                    <a:pt x="0" y="80096"/>
                    <a:pt x="0" y="75352"/>
                  </a:cubicBezTo>
                  <a:lnTo>
                    <a:pt x="0" y="17888"/>
                  </a:lnTo>
                  <a:cubicBezTo>
                    <a:pt x="0" y="13144"/>
                    <a:pt x="1885" y="8594"/>
                    <a:pt x="5239" y="5239"/>
                  </a:cubicBezTo>
                  <a:cubicBezTo>
                    <a:pt x="8594" y="1885"/>
                    <a:pt x="13144" y="0"/>
                    <a:pt x="17888" y="0"/>
                  </a:cubicBezTo>
                  <a:close/>
                </a:path>
              </a:pathLst>
            </a:custGeom>
            <a:solidFill>
              <a:srgbClr val="3A5F7D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696325" cy="1408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818540" y="3433572"/>
            <a:ext cx="11721803" cy="582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59"/>
              </a:lnSpc>
            </a:pPr>
            <a:r>
              <a:rPr lang="en-US" sz="3327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01. Customer Ma</a:t>
            </a:r>
            <a:r>
              <a:rPr lang="en-US" sz="3327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nagement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2669369" y="4579775"/>
            <a:ext cx="5655132" cy="814955"/>
            <a:chOff x="0" y="0"/>
            <a:chExt cx="647010" cy="932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47010" cy="93240"/>
            </a:xfrm>
            <a:custGeom>
              <a:avLst/>
              <a:gdLst/>
              <a:ahLst/>
              <a:cxnLst/>
              <a:rect r="r" b="b" t="t" l="l"/>
              <a:pathLst>
                <a:path h="93240" w="647010">
                  <a:moveTo>
                    <a:pt x="19252" y="0"/>
                  </a:moveTo>
                  <a:lnTo>
                    <a:pt x="627759" y="0"/>
                  </a:lnTo>
                  <a:cubicBezTo>
                    <a:pt x="638391" y="0"/>
                    <a:pt x="647010" y="8619"/>
                    <a:pt x="647010" y="19252"/>
                  </a:cubicBezTo>
                  <a:lnTo>
                    <a:pt x="647010" y="73988"/>
                  </a:lnTo>
                  <a:cubicBezTo>
                    <a:pt x="647010" y="84621"/>
                    <a:pt x="638391" y="93240"/>
                    <a:pt x="627759" y="93240"/>
                  </a:cubicBezTo>
                  <a:lnTo>
                    <a:pt x="19252" y="93240"/>
                  </a:lnTo>
                  <a:cubicBezTo>
                    <a:pt x="8619" y="93240"/>
                    <a:pt x="0" y="84621"/>
                    <a:pt x="0" y="73988"/>
                  </a:cubicBezTo>
                  <a:lnTo>
                    <a:pt x="0" y="19252"/>
                  </a:lnTo>
                  <a:cubicBezTo>
                    <a:pt x="0" y="8619"/>
                    <a:pt x="8619" y="0"/>
                    <a:pt x="19252" y="0"/>
                  </a:cubicBezTo>
                  <a:close/>
                </a:path>
              </a:pathLst>
            </a:custGeom>
            <a:solidFill>
              <a:srgbClr val="3A5F7D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647010" cy="1408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2593277" y="4661645"/>
            <a:ext cx="6040176" cy="578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59"/>
              </a:lnSpc>
            </a:pPr>
            <a:r>
              <a:rPr lang="en-US" sz="3327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02. Vehicle Management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2314428" y="5745148"/>
            <a:ext cx="6365014" cy="814955"/>
            <a:chOff x="0" y="0"/>
            <a:chExt cx="728229" cy="932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28229" cy="93240"/>
            </a:xfrm>
            <a:custGeom>
              <a:avLst/>
              <a:gdLst/>
              <a:ahLst/>
              <a:cxnLst/>
              <a:rect r="r" b="b" t="t" l="l"/>
              <a:pathLst>
                <a:path h="93240" w="728229">
                  <a:moveTo>
                    <a:pt x="17105" y="0"/>
                  </a:moveTo>
                  <a:lnTo>
                    <a:pt x="711124" y="0"/>
                  </a:lnTo>
                  <a:cubicBezTo>
                    <a:pt x="715661" y="0"/>
                    <a:pt x="720011" y="1802"/>
                    <a:pt x="723219" y="5010"/>
                  </a:cubicBezTo>
                  <a:cubicBezTo>
                    <a:pt x="726427" y="8218"/>
                    <a:pt x="728229" y="12568"/>
                    <a:pt x="728229" y="17105"/>
                  </a:cubicBezTo>
                  <a:lnTo>
                    <a:pt x="728229" y="76135"/>
                  </a:lnTo>
                  <a:cubicBezTo>
                    <a:pt x="728229" y="80672"/>
                    <a:pt x="726427" y="85022"/>
                    <a:pt x="723219" y="88230"/>
                  </a:cubicBezTo>
                  <a:cubicBezTo>
                    <a:pt x="720011" y="91438"/>
                    <a:pt x="715661" y="93240"/>
                    <a:pt x="711124" y="93240"/>
                  </a:cubicBezTo>
                  <a:lnTo>
                    <a:pt x="17105" y="93240"/>
                  </a:lnTo>
                  <a:cubicBezTo>
                    <a:pt x="7658" y="93240"/>
                    <a:pt x="0" y="85582"/>
                    <a:pt x="0" y="76135"/>
                  </a:cubicBezTo>
                  <a:lnTo>
                    <a:pt x="0" y="17105"/>
                  </a:lnTo>
                  <a:cubicBezTo>
                    <a:pt x="0" y="12568"/>
                    <a:pt x="1802" y="8218"/>
                    <a:pt x="5010" y="5010"/>
                  </a:cubicBezTo>
                  <a:cubicBezTo>
                    <a:pt x="8218" y="1802"/>
                    <a:pt x="12568" y="0"/>
                    <a:pt x="17105" y="0"/>
                  </a:cubicBezTo>
                  <a:close/>
                </a:path>
              </a:pathLst>
            </a:custGeom>
            <a:solidFill>
              <a:srgbClr val="3A5F7D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728229" cy="1408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2175004" y="5821348"/>
            <a:ext cx="6643863" cy="578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59"/>
              </a:lnSpc>
            </a:pPr>
            <a:r>
              <a:rPr lang="en-US" sz="3327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03. Reservation Management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2669369" y="6889463"/>
            <a:ext cx="6410811" cy="853055"/>
            <a:chOff x="0" y="0"/>
            <a:chExt cx="733468" cy="9759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33468" cy="97599"/>
            </a:xfrm>
            <a:custGeom>
              <a:avLst/>
              <a:gdLst/>
              <a:ahLst/>
              <a:cxnLst/>
              <a:rect r="r" b="b" t="t" l="l"/>
              <a:pathLst>
                <a:path h="97599" w="733468">
                  <a:moveTo>
                    <a:pt x="16982" y="0"/>
                  </a:moveTo>
                  <a:lnTo>
                    <a:pt x="716486" y="0"/>
                  </a:lnTo>
                  <a:cubicBezTo>
                    <a:pt x="725865" y="0"/>
                    <a:pt x="733468" y="7603"/>
                    <a:pt x="733468" y="16982"/>
                  </a:cubicBezTo>
                  <a:lnTo>
                    <a:pt x="733468" y="80617"/>
                  </a:lnTo>
                  <a:cubicBezTo>
                    <a:pt x="733468" y="89996"/>
                    <a:pt x="725865" y="97599"/>
                    <a:pt x="716486" y="97599"/>
                  </a:cubicBezTo>
                  <a:lnTo>
                    <a:pt x="16982" y="97599"/>
                  </a:lnTo>
                  <a:cubicBezTo>
                    <a:pt x="7603" y="97599"/>
                    <a:pt x="0" y="89996"/>
                    <a:pt x="0" y="80617"/>
                  </a:cubicBezTo>
                  <a:lnTo>
                    <a:pt x="0" y="16982"/>
                  </a:lnTo>
                  <a:cubicBezTo>
                    <a:pt x="0" y="7603"/>
                    <a:pt x="7603" y="0"/>
                    <a:pt x="16982" y="0"/>
                  </a:cubicBezTo>
                  <a:close/>
                </a:path>
              </a:pathLst>
            </a:custGeom>
            <a:solidFill>
              <a:srgbClr val="3A5F7D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733468" cy="1452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2669369" y="6988552"/>
            <a:ext cx="6273228" cy="578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59"/>
              </a:lnSpc>
            </a:pPr>
            <a:r>
              <a:rPr lang="en-US" sz="3327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04. Rental &amp; Return Tracking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888657" y="3372288"/>
            <a:ext cx="5909980" cy="814955"/>
            <a:chOff x="0" y="0"/>
            <a:chExt cx="676168" cy="932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76168" cy="93240"/>
            </a:xfrm>
            <a:custGeom>
              <a:avLst/>
              <a:gdLst/>
              <a:ahLst/>
              <a:cxnLst/>
              <a:rect r="r" b="b" t="t" l="l"/>
              <a:pathLst>
                <a:path h="93240" w="676168">
                  <a:moveTo>
                    <a:pt x="18422" y="0"/>
                  </a:moveTo>
                  <a:lnTo>
                    <a:pt x="657746" y="0"/>
                  </a:lnTo>
                  <a:cubicBezTo>
                    <a:pt x="662632" y="0"/>
                    <a:pt x="667318" y="1941"/>
                    <a:pt x="670772" y="5396"/>
                  </a:cubicBezTo>
                  <a:cubicBezTo>
                    <a:pt x="674227" y="8850"/>
                    <a:pt x="676168" y="13536"/>
                    <a:pt x="676168" y="18422"/>
                  </a:cubicBezTo>
                  <a:lnTo>
                    <a:pt x="676168" y="74818"/>
                  </a:lnTo>
                  <a:cubicBezTo>
                    <a:pt x="676168" y="79704"/>
                    <a:pt x="674227" y="84390"/>
                    <a:pt x="670772" y="87844"/>
                  </a:cubicBezTo>
                  <a:cubicBezTo>
                    <a:pt x="667318" y="91299"/>
                    <a:pt x="662632" y="93240"/>
                    <a:pt x="657746" y="93240"/>
                  </a:cubicBezTo>
                  <a:lnTo>
                    <a:pt x="18422" y="93240"/>
                  </a:lnTo>
                  <a:cubicBezTo>
                    <a:pt x="13536" y="93240"/>
                    <a:pt x="8850" y="91299"/>
                    <a:pt x="5396" y="87844"/>
                  </a:cubicBezTo>
                  <a:cubicBezTo>
                    <a:pt x="1941" y="84390"/>
                    <a:pt x="0" y="79704"/>
                    <a:pt x="0" y="74818"/>
                  </a:cubicBezTo>
                  <a:lnTo>
                    <a:pt x="0" y="18422"/>
                  </a:lnTo>
                  <a:cubicBezTo>
                    <a:pt x="0" y="13536"/>
                    <a:pt x="1941" y="8850"/>
                    <a:pt x="5396" y="5396"/>
                  </a:cubicBezTo>
                  <a:cubicBezTo>
                    <a:pt x="8850" y="1941"/>
                    <a:pt x="13536" y="0"/>
                    <a:pt x="18422" y="0"/>
                  </a:cubicBezTo>
                  <a:close/>
                </a:path>
              </a:pathLst>
            </a:custGeom>
            <a:solidFill>
              <a:srgbClr val="3A5F7D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676168" cy="1408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9888657" y="3437116"/>
            <a:ext cx="5814913" cy="578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59"/>
              </a:lnSpc>
            </a:pPr>
            <a:r>
              <a:rPr lang="en-US" sz="3327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05. Payment Management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0391519" y="4577768"/>
            <a:ext cx="4904256" cy="814955"/>
            <a:chOff x="0" y="0"/>
            <a:chExt cx="561102" cy="932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61102" cy="93240"/>
            </a:xfrm>
            <a:custGeom>
              <a:avLst/>
              <a:gdLst/>
              <a:ahLst/>
              <a:cxnLst/>
              <a:rect r="r" b="b" t="t" l="l"/>
              <a:pathLst>
                <a:path h="93240" w="561102">
                  <a:moveTo>
                    <a:pt x="22199" y="0"/>
                  </a:moveTo>
                  <a:lnTo>
                    <a:pt x="538903" y="0"/>
                  </a:lnTo>
                  <a:cubicBezTo>
                    <a:pt x="544790" y="0"/>
                    <a:pt x="550437" y="2339"/>
                    <a:pt x="554600" y="6502"/>
                  </a:cubicBezTo>
                  <a:cubicBezTo>
                    <a:pt x="558763" y="10665"/>
                    <a:pt x="561102" y="16312"/>
                    <a:pt x="561102" y="22199"/>
                  </a:cubicBezTo>
                  <a:lnTo>
                    <a:pt x="561102" y="71041"/>
                  </a:lnTo>
                  <a:cubicBezTo>
                    <a:pt x="561102" y="76928"/>
                    <a:pt x="558763" y="82575"/>
                    <a:pt x="554600" y="86738"/>
                  </a:cubicBezTo>
                  <a:cubicBezTo>
                    <a:pt x="550437" y="90901"/>
                    <a:pt x="544790" y="93240"/>
                    <a:pt x="538903" y="93240"/>
                  </a:cubicBezTo>
                  <a:lnTo>
                    <a:pt x="22199" y="93240"/>
                  </a:lnTo>
                  <a:cubicBezTo>
                    <a:pt x="16312" y="93240"/>
                    <a:pt x="10665" y="90901"/>
                    <a:pt x="6502" y="86738"/>
                  </a:cubicBezTo>
                  <a:cubicBezTo>
                    <a:pt x="2339" y="82575"/>
                    <a:pt x="0" y="76928"/>
                    <a:pt x="0" y="71041"/>
                  </a:cubicBezTo>
                  <a:lnTo>
                    <a:pt x="0" y="22199"/>
                  </a:lnTo>
                  <a:cubicBezTo>
                    <a:pt x="0" y="16312"/>
                    <a:pt x="2339" y="10665"/>
                    <a:pt x="6502" y="6502"/>
                  </a:cubicBezTo>
                  <a:cubicBezTo>
                    <a:pt x="10665" y="2339"/>
                    <a:pt x="16312" y="0"/>
                    <a:pt x="22199" y="0"/>
                  </a:cubicBezTo>
                  <a:close/>
                </a:path>
              </a:pathLst>
            </a:custGeom>
            <a:solidFill>
              <a:srgbClr val="3A5F7D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561102" cy="1408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10156651" y="4657807"/>
            <a:ext cx="5139125" cy="578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59"/>
              </a:lnSpc>
            </a:pPr>
            <a:r>
              <a:rPr lang="en-US" sz="3327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06. CRUD Operations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9636087" y="5779234"/>
            <a:ext cx="7313650" cy="814955"/>
            <a:chOff x="0" y="0"/>
            <a:chExt cx="836763" cy="932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36763" cy="93240"/>
            </a:xfrm>
            <a:custGeom>
              <a:avLst/>
              <a:gdLst/>
              <a:ahLst/>
              <a:cxnLst/>
              <a:rect r="r" b="b" t="t" l="l"/>
              <a:pathLst>
                <a:path h="93240" w="836763">
                  <a:moveTo>
                    <a:pt x="14886" y="0"/>
                  </a:moveTo>
                  <a:lnTo>
                    <a:pt x="821877" y="0"/>
                  </a:lnTo>
                  <a:cubicBezTo>
                    <a:pt x="825825" y="0"/>
                    <a:pt x="829612" y="1568"/>
                    <a:pt x="832403" y="4360"/>
                  </a:cubicBezTo>
                  <a:cubicBezTo>
                    <a:pt x="835195" y="7152"/>
                    <a:pt x="836763" y="10938"/>
                    <a:pt x="836763" y="14886"/>
                  </a:cubicBezTo>
                  <a:lnTo>
                    <a:pt x="836763" y="78354"/>
                  </a:lnTo>
                  <a:cubicBezTo>
                    <a:pt x="836763" y="82302"/>
                    <a:pt x="835195" y="86088"/>
                    <a:pt x="832403" y="88880"/>
                  </a:cubicBezTo>
                  <a:cubicBezTo>
                    <a:pt x="829612" y="91672"/>
                    <a:pt x="825825" y="93240"/>
                    <a:pt x="821877" y="93240"/>
                  </a:cubicBezTo>
                  <a:lnTo>
                    <a:pt x="14886" y="93240"/>
                  </a:lnTo>
                  <a:cubicBezTo>
                    <a:pt x="6665" y="93240"/>
                    <a:pt x="0" y="86575"/>
                    <a:pt x="0" y="78354"/>
                  </a:cubicBezTo>
                  <a:lnTo>
                    <a:pt x="0" y="14886"/>
                  </a:lnTo>
                  <a:cubicBezTo>
                    <a:pt x="0" y="10938"/>
                    <a:pt x="1568" y="7152"/>
                    <a:pt x="4360" y="4360"/>
                  </a:cubicBezTo>
                  <a:cubicBezTo>
                    <a:pt x="7152" y="1568"/>
                    <a:pt x="10938" y="0"/>
                    <a:pt x="14886" y="0"/>
                  </a:cubicBezTo>
                  <a:close/>
                </a:path>
              </a:pathLst>
            </a:custGeom>
            <a:solidFill>
              <a:srgbClr val="3A5F7D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47625"/>
              <a:ext cx="836763" cy="1408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10006722" y="5825186"/>
            <a:ext cx="6943015" cy="578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59"/>
              </a:lnSpc>
            </a:pPr>
            <a:r>
              <a:rPr lang="en-US" sz="3327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07. MySQL Database Integration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10138949" y="6889463"/>
            <a:ext cx="6307926" cy="814955"/>
            <a:chOff x="0" y="0"/>
            <a:chExt cx="721697" cy="932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21697" cy="93240"/>
            </a:xfrm>
            <a:custGeom>
              <a:avLst/>
              <a:gdLst/>
              <a:ahLst/>
              <a:cxnLst/>
              <a:rect r="r" b="b" t="t" l="l"/>
              <a:pathLst>
                <a:path h="93240" w="721697">
                  <a:moveTo>
                    <a:pt x="17259" y="0"/>
                  </a:moveTo>
                  <a:lnTo>
                    <a:pt x="704438" y="0"/>
                  </a:lnTo>
                  <a:cubicBezTo>
                    <a:pt x="713970" y="0"/>
                    <a:pt x="721697" y="7727"/>
                    <a:pt x="721697" y="17259"/>
                  </a:cubicBezTo>
                  <a:lnTo>
                    <a:pt x="721697" y="75981"/>
                  </a:lnTo>
                  <a:cubicBezTo>
                    <a:pt x="721697" y="80558"/>
                    <a:pt x="719879" y="84948"/>
                    <a:pt x="716642" y="88185"/>
                  </a:cubicBezTo>
                  <a:cubicBezTo>
                    <a:pt x="713405" y="91422"/>
                    <a:pt x="709015" y="93240"/>
                    <a:pt x="704438" y="93240"/>
                  </a:cubicBezTo>
                  <a:lnTo>
                    <a:pt x="17259" y="93240"/>
                  </a:lnTo>
                  <a:cubicBezTo>
                    <a:pt x="12682" y="93240"/>
                    <a:pt x="8292" y="91422"/>
                    <a:pt x="5055" y="88185"/>
                  </a:cubicBezTo>
                  <a:cubicBezTo>
                    <a:pt x="1818" y="84948"/>
                    <a:pt x="0" y="80558"/>
                    <a:pt x="0" y="75981"/>
                  </a:cubicBezTo>
                  <a:lnTo>
                    <a:pt x="0" y="17259"/>
                  </a:lnTo>
                  <a:cubicBezTo>
                    <a:pt x="0" y="12682"/>
                    <a:pt x="1818" y="8292"/>
                    <a:pt x="5055" y="5055"/>
                  </a:cubicBezTo>
                  <a:cubicBezTo>
                    <a:pt x="8292" y="1818"/>
                    <a:pt x="12682" y="0"/>
                    <a:pt x="17259" y="0"/>
                  </a:cubicBezTo>
                  <a:close/>
                </a:path>
              </a:pathLst>
            </a:custGeom>
            <a:solidFill>
              <a:srgbClr val="3A5F7D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721697" cy="1408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10230183" y="6988552"/>
            <a:ext cx="6125459" cy="578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59"/>
              </a:lnSpc>
            </a:pPr>
            <a:r>
              <a:rPr lang="en-US" sz="3327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08. User-friendly Dashboard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4270881" y="8126989"/>
            <a:ext cx="5633392" cy="3404352"/>
          </a:xfrm>
          <a:custGeom>
            <a:avLst/>
            <a:gdLst/>
            <a:ahLst/>
            <a:cxnLst/>
            <a:rect r="r" b="b" t="t" l="l"/>
            <a:pathLst>
              <a:path h="3404352" w="5633392">
                <a:moveTo>
                  <a:pt x="5633392" y="0"/>
                </a:moveTo>
                <a:lnTo>
                  <a:pt x="0" y="0"/>
                </a:lnTo>
                <a:lnTo>
                  <a:pt x="0" y="3404352"/>
                </a:lnTo>
                <a:lnTo>
                  <a:pt x="5633392" y="3404352"/>
                </a:lnTo>
                <a:lnTo>
                  <a:pt x="563339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885073" y="8126989"/>
            <a:ext cx="2378604" cy="2422652"/>
          </a:xfrm>
          <a:custGeom>
            <a:avLst/>
            <a:gdLst/>
            <a:ahLst/>
            <a:cxnLst/>
            <a:rect r="r" b="b" t="t" l="l"/>
            <a:pathLst>
              <a:path h="2422652" w="2378604">
                <a:moveTo>
                  <a:pt x="0" y="0"/>
                </a:moveTo>
                <a:lnTo>
                  <a:pt x="2378604" y="0"/>
                </a:lnTo>
                <a:lnTo>
                  <a:pt x="2378604" y="2422652"/>
                </a:lnTo>
                <a:lnTo>
                  <a:pt x="0" y="24226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 flipV="true">
            <a:off x="4856815" y="9014424"/>
            <a:ext cx="11217005" cy="9525"/>
          </a:xfrm>
          <a:prstGeom prst="line">
            <a:avLst/>
          </a:prstGeom>
          <a:ln cap="flat" w="19050">
            <a:solidFill>
              <a:srgbClr val="3A5F7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true" rot="0">
            <a:off x="-1572494" y="-1186685"/>
            <a:ext cx="5755226" cy="3477978"/>
          </a:xfrm>
          <a:custGeom>
            <a:avLst/>
            <a:gdLst/>
            <a:ahLst/>
            <a:cxnLst/>
            <a:rect r="r" b="b" t="t" l="l"/>
            <a:pathLst>
              <a:path h="3477978" w="5755226">
                <a:moveTo>
                  <a:pt x="0" y="3477978"/>
                </a:moveTo>
                <a:lnTo>
                  <a:pt x="5755226" y="3477978"/>
                </a:lnTo>
                <a:lnTo>
                  <a:pt x="5755226" y="0"/>
                </a:lnTo>
                <a:lnTo>
                  <a:pt x="0" y="0"/>
                </a:lnTo>
                <a:lnTo>
                  <a:pt x="0" y="3477978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6401083" y="-184286"/>
            <a:ext cx="2017079" cy="2390934"/>
          </a:xfrm>
          <a:custGeom>
            <a:avLst/>
            <a:gdLst/>
            <a:ahLst/>
            <a:cxnLst/>
            <a:rect r="r" b="b" t="t" l="l"/>
            <a:pathLst>
              <a:path h="2390934" w="2017079">
                <a:moveTo>
                  <a:pt x="2017078" y="2390934"/>
                </a:moveTo>
                <a:lnTo>
                  <a:pt x="0" y="2390934"/>
                </a:lnTo>
                <a:lnTo>
                  <a:pt x="0" y="0"/>
                </a:lnTo>
                <a:lnTo>
                  <a:pt x="2017078" y="0"/>
                </a:lnTo>
                <a:lnTo>
                  <a:pt x="2017078" y="239093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4365813" y="2709648"/>
          <a:ext cx="10246204" cy="5614457"/>
        </p:xfrm>
        <a:graphic>
          <a:graphicData uri="http://schemas.openxmlformats.org/drawingml/2006/table">
            <a:tbl>
              <a:tblPr/>
              <a:tblGrid>
                <a:gridCol w="5008431"/>
                <a:gridCol w="5237772"/>
              </a:tblGrid>
              <a:tr h="96859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 b="true">
                          <a:solidFill>
                            <a:srgbClr val="000000"/>
                          </a:solidFill>
                          <a:latin typeface="Work Sans Bold"/>
                          <a:ea typeface="Work Sans Bold"/>
                          <a:cs typeface="Work Sans Bold"/>
                          <a:sym typeface="Work Sans Bold"/>
                        </a:rPr>
                        <a:t>technology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 b="true">
                          <a:solidFill>
                            <a:srgbClr val="000000"/>
                          </a:solidFill>
                          <a:latin typeface="Work Sans Bold"/>
                          <a:ea typeface="Work Sans Bold"/>
                          <a:cs typeface="Work Sans Bold"/>
                          <a:sym typeface="Work Sans Bold"/>
                        </a:rPr>
                        <a:t>Component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2064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HTML,CSS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Frontend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6326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Python,Flask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Backend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2064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MySQL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Database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2064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MySQL Connector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Connectivity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2064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VS Code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Development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8" id="8"/>
          <p:cNvSpPr txBox="true"/>
          <p:nvPr/>
        </p:nvSpPr>
        <p:spPr>
          <a:xfrm rot="0">
            <a:off x="4809190" y="812243"/>
            <a:ext cx="9359448" cy="1394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21"/>
              </a:lnSpc>
            </a:pPr>
            <a:r>
              <a:rPr lang="en-US" b="true" sz="8087">
                <a:solidFill>
                  <a:srgbClr val="3A5F7D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TECHNOLOGY USED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38263" y="8769956"/>
            <a:ext cx="3470928" cy="431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i="true">
                <a:solidFill>
                  <a:srgbClr val="3A5F7D"/>
                </a:solidFill>
                <a:latin typeface="Work Sans Italics"/>
                <a:ea typeface="Work Sans Italics"/>
                <a:cs typeface="Work Sans Italics"/>
                <a:sym typeface="Work Sans Italics"/>
              </a:rPr>
              <a:t>reallygreatsite.com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225283" y="8668356"/>
            <a:ext cx="724455" cy="540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340"/>
              </a:lnSpc>
            </a:pPr>
            <a:r>
              <a:rPr lang="en-US" sz="3100" b="true">
                <a:solidFill>
                  <a:srgbClr val="3A5F7D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45506" y="6829164"/>
            <a:ext cx="2378604" cy="2422652"/>
          </a:xfrm>
          <a:custGeom>
            <a:avLst/>
            <a:gdLst/>
            <a:ahLst/>
            <a:cxnLst/>
            <a:rect r="r" b="b" t="t" l="l"/>
            <a:pathLst>
              <a:path h="2422652" w="2378604">
                <a:moveTo>
                  <a:pt x="0" y="0"/>
                </a:moveTo>
                <a:lnTo>
                  <a:pt x="2378604" y="0"/>
                </a:lnTo>
                <a:lnTo>
                  <a:pt x="2378604" y="2422653"/>
                </a:lnTo>
                <a:lnTo>
                  <a:pt x="0" y="24226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4332263" y="-1088660"/>
            <a:ext cx="5633392" cy="3404352"/>
          </a:xfrm>
          <a:custGeom>
            <a:avLst/>
            <a:gdLst/>
            <a:ahLst/>
            <a:cxnLst/>
            <a:rect r="r" b="b" t="t" l="l"/>
            <a:pathLst>
              <a:path h="3404352" w="5633392">
                <a:moveTo>
                  <a:pt x="5633392" y="3404352"/>
                </a:moveTo>
                <a:lnTo>
                  <a:pt x="0" y="3404352"/>
                </a:lnTo>
                <a:lnTo>
                  <a:pt x="0" y="0"/>
                </a:lnTo>
                <a:lnTo>
                  <a:pt x="5633392" y="0"/>
                </a:lnTo>
                <a:lnTo>
                  <a:pt x="5633392" y="340435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6734120" y="1104366"/>
            <a:ext cx="2378604" cy="2422652"/>
          </a:xfrm>
          <a:custGeom>
            <a:avLst/>
            <a:gdLst/>
            <a:ahLst/>
            <a:cxnLst/>
            <a:rect r="r" b="b" t="t" l="l"/>
            <a:pathLst>
              <a:path h="2422652" w="2378604">
                <a:moveTo>
                  <a:pt x="2378604" y="2422652"/>
                </a:moveTo>
                <a:lnTo>
                  <a:pt x="0" y="2422652"/>
                </a:lnTo>
                <a:lnTo>
                  <a:pt x="0" y="0"/>
                </a:lnTo>
                <a:lnTo>
                  <a:pt x="2378604" y="0"/>
                </a:lnTo>
                <a:lnTo>
                  <a:pt x="2378604" y="242265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244176" y="2315692"/>
            <a:ext cx="11732070" cy="5724798"/>
          </a:xfrm>
          <a:custGeom>
            <a:avLst/>
            <a:gdLst/>
            <a:ahLst/>
            <a:cxnLst/>
            <a:rect r="r" b="b" t="t" l="l"/>
            <a:pathLst>
              <a:path h="5724798" w="11732070">
                <a:moveTo>
                  <a:pt x="0" y="0"/>
                </a:moveTo>
                <a:lnTo>
                  <a:pt x="11732069" y="0"/>
                </a:lnTo>
                <a:lnTo>
                  <a:pt x="11732069" y="5724798"/>
                </a:lnTo>
                <a:lnTo>
                  <a:pt x="0" y="572479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244176" y="7442106"/>
            <a:ext cx="11732070" cy="1816194"/>
          </a:xfrm>
          <a:custGeom>
            <a:avLst/>
            <a:gdLst/>
            <a:ahLst/>
            <a:cxnLst/>
            <a:rect r="r" b="b" t="t" l="l"/>
            <a:pathLst>
              <a:path h="1816194" w="11732070">
                <a:moveTo>
                  <a:pt x="0" y="0"/>
                </a:moveTo>
                <a:lnTo>
                  <a:pt x="11732069" y="0"/>
                </a:lnTo>
                <a:lnTo>
                  <a:pt x="11732069" y="1816194"/>
                </a:lnTo>
                <a:lnTo>
                  <a:pt x="0" y="181619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135092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987152" y="461116"/>
            <a:ext cx="7730574" cy="1380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85"/>
              </a:lnSpc>
            </a:pPr>
            <a:r>
              <a:rPr lang="en-US" b="true" sz="8061">
                <a:solidFill>
                  <a:srgbClr val="3A5F7D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USER INTERFACE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225283" y="8668356"/>
            <a:ext cx="724455" cy="540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340"/>
              </a:lnSpc>
            </a:pPr>
            <a:r>
              <a:rPr lang="en-US" sz="3100" b="true">
                <a:solidFill>
                  <a:srgbClr val="3A5F7D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05</a:t>
            </a:r>
          </a:p>
        </p:txBody>
      </p:sp>
      <p:sp>
        <p:nvSpPr>
          <p:cNvPr name="Freeform 9" id="9"/>
          <p:cNvSpPr/>
          <p:nvPr/>
        </p:nvSpPr>
        <p:spPr>
          <a:xfrm flipH="true" flipV="true" rot="0">
            <a:off x="-2816696" y="8253706"/>
            <a:ext cx="5633392" cy="3404352"/>
          </a:xfrm>
          <a:custGeom>
            <a:avLst/>
            <a:gdLst/>
            <a:ahLst/>
            <a:cxnLst/>
            <a:rect r="r" b="b" t="t" l="l"/>
            <a:pathLst>
              <a:path h="3404352" w="5633392">
                <a:moveTo>
                  <a:pt x="5633392" y="3404352"/>
                </a:moveTo>
                <a:lnTo>
                  <a:pt x="0" y="3404352"/>
                </a:lnTo>
                <a:lnTo>
                  <a:pt x="0" y="0"/>
                </a:lnTo>
                <a:lnTo>
                  <a:pt x="5633392" y="0"/>
                </a:lnTo>
                <a:lnTo>
                  <a:pt x="5633392" y="340435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6403986" y="7805142"/>
            <a:ext cx="2756130" cy="2807170"/>
          </a:xfrm>
          <a:custGeom>
            <a:avLst/>
            <a:gdLst/>
            <a:ahLst/>
            <a:cxnLst/>
            <a:rect r="r" b="b" t="t" l="l"/>
            <a:pathLst>
              <a:path h="2807170" w="2756130">
                <a:moveTo>
                  <a:pt x="2756131" y="0"/>
                </a:moveTo>
                <a:lnTo>
                  <a:pt x="0" y="0"/>
                </a:lnTo>
                <a:lnTo>
                  <a:pt x="0" y="2807170"/>
                </a:lnTo>
                <a:lnTo>
                  <a:pt x="2756131" y="2807170"/>
                </a:lnTo>
                <a:lnTo>
                  <a:pt x="275613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4856815" y="9014424"/>
            <a:ext cx="11217005" cy="9525"/>
          </a:xfrm>
          <a:prstGeom prst="line">
            <a:avLst/>
          </a:prstGeom>
          <a:ln cap="flat" w="19050">
            <a:solidFill>
              <a:srgbClr val="3A5F7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true" rot="0">
            <a:off x="-1572494" y="-1186685"/>
            <a:ext cx="5755226" cy="3477978"/>
          </a:xfrm>
          <a:custGeom>
            <a:avLst/>
            <a:gdLst/>
            <a:ahLst/>
            <a:cxnLst/>
            <a:rect r="r" b="b" t="t" l="l"/>
            <a:pathLst>
              <a:path h="3477978" w="5755226">
                <a:moveTo>
                  <a:pt x="0" y="3477978"/>
                </a:moveTo>
                <a:lnTo>
                  <a:pt x="5755226" y="3477978"/>
                </a:lnTo>
                <a:lnTo>
                  <a:pt x="5755226" y="0"/>
                </a:lnTo>
                <a:lnTo>
                  <a:pt x="0" y="0"/>
                </a:lnTo>
                <a:lnTo>
                  <a:pt x="0" y="347797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073726" y="2291293"/>
            <a:ext cx="11653981" cy="6187032"/>
          </a:xfrm>
          <a:custGeom>
            <a:avLst/>
            <a:gdLst/>
            <a:ahLst/>
            <a:cxnLst/>
            <a:rect r="r" b="b" t="t" l="l"/>
            <a:pathLst>
              <a:path h="6187032" w="11653981">
                <a:moveTo>
                  <a:pt x="0" y="0"/>
                </a:moveTo>
                <a:lnTo>
                  <a:pt x="11653981" y="0"/>
                </a:lnTo>
                <a:lnTo>
                  <a:pt x="11653981" y="6187032"/>
                </a:lnTo>
                <a:lnTo>
                  <a:pt x="0" y="618703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547966" y="914400"/>
            <a:ext cx="6705501" cy="989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49"/>
              </a:lnSpc>
            </a:pPr>
            <a:r>
              <a:rPr lang="en-US" b="true" sz="5749">
                <a:solidFill>
                  <a:srgbClr val="000000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01. VIEW OPERATION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38263" y="8769956"/>
            <a:ext cx="3470928" cy="431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i="true">
                <a:solidFill>
                  <a:srgbClr val="3A5F7D"/>
                </a:solidFill>
                <a:latin typeface="Work Sans Italics"/>
                <a:ea typeface="Work Sans Italics"/>
                <a:cs typeface="Work Sans Italics"/>
                <a:sym typeface="Work Sans Italics"/>
              </a:rPr>
              <a:t>reallygreatsite.com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225283" y="8668356"/>
            <a:ext cx="724455" cy="540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340"/>
              </a:lnSpc>
            </a:pPr>
            <a:r>
              <a:rPr lang="en-US" sz="3100" b="true">
                <a:solidFill>
                  <a:srgbClr val="3A5F7D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787996" y="8126989"/>
            <a:ext cx="5633392" cy="3404352"/>
          </a:xfrm>
          <a:custGeom>
            <a:avLst/>
            <a:gdLst/>
            <a:ahLst/>
            <a:cxnLst/>
            <a:rect r="r" b="b" t="t" l="l"/>
            <a:pathLst>
              <a:path h="3404352" w="5633392">
                <a:moveTo>
                  <a:pt x="0" y="0"/>
                </a:moveTo>
                <a:lnTo>
                  <a:pt x="5633392" y="0"/>
                </a:lnTo>
                <a:lnTo>
                  <a:pt x="5633392" y="3404352"/>
                </a:lnTo>
                <a:lnTo>
                  <a:pt x="0" y="34043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809190" y="1132222"/>
            <a:ext cx="8631082" cy="987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50"/>
              </a:lnSpc>
            </a:pPr>
            <a:r>
              <a:rPr lang="en-US" b="true" sz="5750">
                <a:solidFill>
                  <a:srgbClr val="000000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02.INSERTION OPERATION</a:t>
            </a:r>
          </a:p>
        </p:txBody>
      </p:sp>
      <p:sp>
        <p:nvSpPr>
          <p:cNvPr name="AutoShape 4" id="4"/>
          <p:cNvSpPr/>
          <p:nvPr/>
        </p:nvSpPr>
        <p:spPr>
          <a:xfrm flipV="true">
            <a:off x="4856815" y="9014424"/>
            <a:ext cx="11217005" cy="9525"/>
          </a:xfrm>
          <a:prstGeom prst="line">
            <a:avLst/>
          </a:prstGeom>
          <a:ln cap="flat" w="19050">
            <a:solidFill>
              <a:srgbClr val="3A5F7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true" flipV="true" rot="0">
            <a:off x="16401083" y="-184286"/>
            <a:ext cx="2017079" cy="2390934"/>
          </a:xfrm>
          <a:custGeom>
            <a:avLst/>
            <a:gdLst/>
            <a:ahLst/>
            <a:cxnLst/>
            <a:rect r="r" b="b" t="t" l="l"/>
            <a:pathLst>
              <a:path h="2390934" w="2017079">
                <a:moveTo>
                  <a:pt x="2017078" y="2390934"/>
                </a:moveTo>
                <a:lnTo>
                  <a:pt x="0" y="2390934"/>
                </a:lnTo>
                <a:lnTo>
                  <a:pt x="0" y="0"/>
                </a:lnTo>
                <a:lnTo>
                  <a:pt x="2017078" y="0"/>
                </a:lnTo>
                <a:lnTo>
                  <a:pt x="2017078" y="239093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0">
            <a:off x="4488432" y="-425092"/>
            <a:ext cx="1656227" cy="1686898"/>
          </a:xfrm>
          <a:custGeom>
            <a:avLst/>
            <a:gdLst/>
            <a:ahLst/>
            <a:cxnLst/>
            <a:rect r="r" b="b" t="t" l="l"/>
            <a:pathLst>
              <a:path h="1686898" w="1656227">
                <a:moveTo>
                  <a:pt x="0" y="1686898"/>
                </a:moveTo>
                <a:lnTo>
                  <a:pt x="1656227" y="1686898"/>
                </a:lnTo>
                <a:lnTo>
                  <a:pt x="1656227" y="0"/>
                </a:lnTo>
                <a:lnTo>
                  <a:pt x="0" y="0"/>
                </a:lnTo>
                <a:lnTo>
                  <a:pt x="0" y="1686898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72240" y="3262463"/>
            <a:ext cx="7632384" cy="4000549"/>
          </a:xfrm>
          <a:custGeom>
            <a:avLst/>
            <a:gdLst/>
            <a:ahLst/>
            <a:cxnLst/>
            <a:rect r="r" b="b" t="t" l="l"/>
            <a:pathLst>
              <a:path h="4000549" w="7632384">
                <a:moveTo>
                  <a:pt x="0" y="0"/>
                </a:moveTo>
                <a:lnTo>
                  <a:pt x="7632384" y="0"/>
                </a:lnTo>
                <a:lnTo>
                  <a:pt x="7632384" y="4000549"/>
                </a:lnTo>
                <a:lnTo>
                  <a:pt x="0" y="400054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669136" y="2576847"/>
            <a:ext cx="8981202" cy="2834262"/>
          </a:xfrm>
          <a:custGeom>
            <a:avLst/>
            <a:gdLst/>
            <a:ahLst/>
            <a:cxnLst/>
            <a:rect r="r" b="b" t="t" l="l"/>
            <a:pathLst>
              <a:path h="2834262" w="8981202">
                <a:moveTo>
                  <a:pt x="0" y="0"/>
                </a:moveTo>
                <a:lnTo>
                  <a:pt x="8981202" y="0"/>
                </a:lnTo>
                <a:lnTo>
                  <a:pt x="8981202" y="2834261"/>
                </a:lnTo>
                <a:lnTo>
                  <a:pt x="0" y="283426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669136" y="5782583"/>
            <a:ext cx="8981202" cy="2764056"/>
          </a:xfrm>
          <a:custGeom>
            <a:avLst/>
            <a:gdLst/>
            <a:ahLst/>
            <a:cxnLst/>
            <a:rect r="r" b="b" t="t" l="l"/>
            <a:pathLst>
              <a:path h="2764056" w="8981202">
                <a:moveTo>
                  <a:pt x="0" y="0"/>
                </a:moveTo>
                <a:lnTo>
                  <a:pt x="8981202" y="0"/>
                </a:lnTo>
                <a:lnTo>
                  <a:pt x="8981202" y="2764056"/>
                </a:lnTo>
                <a:lnTo>
                  <a:pt x="0" y="276405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338263" y="8769956"/>
            <a:ext cx="3470928" cy="431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i="true">
                <a:solidFill>
                  <a:srgbClr val="3A5F7D"/>
                </a:solidFill>
                <a:latin typeface="Work Sans Italics"/>
                <a:ea typeface="Work Sans Italics"/>
                <a:cs typeface="Work Sans Italics"/>
                <a:sym typeface="Work Sans Italics"/>
              </a:rPr>
              <a:t>reallygreatsite.com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225283" y="8668356"/>
            <a:ext cx="724455" cy="540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340"/>
              </a:lnSpc>
            </a:pPr>
            <a:r>
              <a:rPr lang="en-US" sz="3100" b="true">
                <a:solidFill>
                  <a:srgbClr val="3A5F7D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4856815" y="9014424"/>
            <a:ext cx="11217005" cy="9525"/>
          </a:xfrm>
          <a:prstGeom prst="line">
            <a:avLst/>
          </a:prstGeom>
          <a:ln cap="flat" w="19050">
            <a:solidFill>
              <a:srgbClr val="3A5F7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true" flipV="false" rot="0">
            <a:off x="16587510" y="8289233"/>
            <a:ext cx="2756130" cy="2807170"/>
          </a:xfrm>
          <a:custGeom>
            <a:avLst/>
            <a:gdLst/>
            <a:ahLst/>
            <a:cxnLst/>
            <a:rect r="r" b="b" t="t" l="l"/>
            <a:pathLst>
              <a:path h="2807170" w="2756130">
                <a:moveTo>
                  <a:pt x="2756131" y="0"/>
                </a:moveTo>
                <a:lnTo>
                  <a:pt x="0" y="0"/>
                </a:lnTo>
                <a:lnTo>
                  <a:pt x="0" y="2807170"/>
                </a:lnTo>
                <a:lnTo>
                  <a:pt x="2756131" y="2807170"/>
                </a:lnTo>
                <a:lnTo>
                  <a:pt x="275613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130161" y="-149248"/>
            <a:ext cx="2017079" cy="2390934"/>
          </a:xfrm>
          <a:custGeom>
            <a:avLst/>
            <a:gdLst/>
            <a:ahLst/>
            <a:cxnLst/>
            <a:rect r="r" b="b" t="t" l="l"/>
            <a:pathLst>
              <a:path h="2390934" w="2017079">
                <a:moveTo>
                  <a:pt x="0" y="2390934"/>
                </a:moveTo>
                <a:lnTo>
                  <a:pt x="2017078" y="2390934"/>
                </a:lnTo>
                <a:lnTo>
                  <a:pt x="2017078" y="0"/>
                </a:lnTo>
                <a:lnTo>
                  <a:pt x="0" y="0"/>
                </a:lnTo>
                <a:lnTo>
                  <a:pt x="0" y="239093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54755" y="3125731"/>
            <a:ext cx="8391985" cy="3590635"/>
          </a:xfrm>
          <a:custGeom>
            <a:avLst/>
            <a:gdLst/>
            <a:ahLst/>
            <a:cxnLst/>
            <a:rect r="r" b="b" t="t" l="l"/>
            <a:pathLst>
              <a:path h="3590635" w="8391985">
                <a:moveTo>
                  <a:pt x="0" y="0"/>
                </a:moveTo>
                <a:lnTo>
                  <a:pt x="8391986" y="0"/>
                </a:lnTo>
                <a:lnTo>
                  <a:pt x="8391986" y="3590635"/>
                </a:lnTo>
                <a:lnTo>
                  <a:pt x="0" y="359063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144000" y="5143500"/>
            <a:ext cx="8638052" cy="3145733"/>
          </a:xfrm>
          <a:custGeom>
            <a:avLst/>
            <a:gdLst/>
            <a:ahLst/>
            <a:cxnLst/>
            <a:rect r="r" b="b" t="t" l="l"/>
            <a:pathLst>
              <a:path h="3145733" w="8638052">
                <a:moveTo>
                  <a:pt x="0" y="0"/>
                </a:moveTo>
                <a:lnTo>
                  <a:pt x="8638052" y="0"/>
                </a:lnTo>
                <a:lnTo>
                  <a:pt x="8638052" y="3145733"/>
                </a:lnTo>
                <a:lnTo>
                  <a:pt x="0" y="314573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144000" y="2241686"/>
            <a:ext cx="8638052" cy="2618871"/>
          </a:xfrm>
          <a:custGeom>
            <a:avLst/>
            <a:gdLst/>
            <a:ahLst/>
            <a:cxnLst/>
            <a:rect r="r" b="b" t="t" l="l"/>
            <a:pathLst>
              <a:path h="2618871" w="8638052">
                <a:moveTo>
                  <a:pt x="0" y="0"/>
                </a:moveTo>
                <a:lnTo>
                  <a:pt x="8638052" y="0"/>
                </a:lnTo>
                <a:lnTo>
                  <a:pt x="8638052" y="2618872"/>
                </a:lnTo>
                <a:lnTo>
                  <a:pt x="0" y="261887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828459" y="895350"/>
            <a:ext cx="8631082" cy="987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50"/>
              </a:lnSpc>
            </a:pPr>
            <a:r>
              <a:rPr lang="en-US" b="true" sz="5750">
                <a:solidFill>
                  <a:srgbClr val="000000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03. DELETION OPERATION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38263" y="8769956"/>
            <a:ext cx="3470928" cy="431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i="true">
                <a:solidFill>
                  <a:srgbClr val="3A5F7D"/>
                </a:solidFill>
                <a:latin typeface="Work Sans Italics"/>
                <a:ea typeface="Work Sans Italics"/>
                <a:cs typeface="Work Sans Italics"/>
                <a:sym typeface="Work Sans Italics"/>
              </a:rPr>
              <a:t>reallygreatsite.com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225283" y="8668356"/>
            <a:ext cx="724455" cy="540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340"/>
              </a:lnSpc>
            </a:pPr>
            <a:r>
              <a:rPr lang="en-US" sz="3100" b="true">
                <a:solidFill>
                  <a:srgbClr val="3A5F7D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539914" y="3489808"/>
            <a:ext cx="11208173" cy="2009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362"/>
              </a:lnSpc>
            </a:pPr>
            <a:r>
              <a:rPr lang="en-US" b="true" sz="11687">
                <a:solidFill>
                  <a:srgbClr val="3A5F7D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THANK YOU!</a:t>
            </a:r>
          </a:p>
        </p:txBody>
      </p:sp>
      <p:sp>
        <p:nvSpPr>
          <p:cNvPr name="Freeform 3" id="3"/>
          <p:cNvSpPr/>
          <p:nvPr/>
        </p:nvSpPr>
        <p:spPr>
          <a:xfrm flipH="true" flipV="false" rot="0">
            <a:off x="14270881" y="8126989"/>
            <a:ext cx="5633392" cy="3404352"/>
          </a:xfrm>
          <a:custGeom>
            <a:avLst/>
            <a:gdLst/>
            <a:ahLst/>
            <a:cxnLst/>
            <a:rect r="r" b="b" t="t" l="l"/>
            <a:pathLst>
              <a:path h="3404352" w="5633392">
                <a:moveTo>
                  <a:pt x="5633392" y="0"/>
                </a:moveTo>
                <a:lnTo>
                  <a:pt x="0" y="0"/>
                </a:lnTo>
                <a:lnTo>
                  <a:pt x="0" y="3404352"/>
                </a:lnTo>
                <a:lnTo>
                  <a:pt x="5633392" y="3404352"/>
                </a:lnTo>
                <a:lnTo>
                  <a:pt x="563339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 flipV="true">
            <a:off x="4856815" y="9014424"/>
            <a:ext cx="11217005" cy="9525"/>
          </a:xfrm>
          <a:prstGeom prst="line">
            <a:avLst/>
          </a:prstGeom>
          <a:ln cap="flat" w="19050">
            <a:solidFill>
              <a:srgbClr val="3A5F7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1338263" y="8769956"/>
            <a:ext cx="3470928" cy="431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i="true">
                <a:solidFill>
                  <a:srgbClr val="3A5F7D"/>
                </a:solidFill>
                <a:latin typeface="Work Sans Italics"/>
                <a:ea typeface="Work Sans Italics"/>
                <a:cs typeface="Work Sans Italics"/>
                <a:sym typeface="Work Sans Italics"/>
              </a:rPr>
              <a:t>reallygreatsite.com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225283" y="8668356"/>
            <a:ext cx="724455" cy="540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340"/>
              </a:lnSpc>
            </a:pPr>
            <a:r>
              <a:rPr lang="en-US" sz="3100" b="true">
                <a:solidFill>
                  <a:srgbClr val="3A5F7D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09</a:t>
            </a:r>
          </a:p>
        </p:txBody>
      </p:sp>
      <p:sp>
        <p:nvSpPr>
          <p:cNvPr name="Freeform 7" id="7"/>
          <p:cNvSpPr/>
          <p:nvPr/>
        </p:nvSpPr>
        <p:spPr>
          <a:xfrm flipH="false" flipV="true" rot="0">
            <a:off x="-1572494" y="-1186685"/>
            <a:ext cx="5755226" cy="3477978"/>
          </a:xfrm>
          <a:custGeom>
            <a:avLst/>
            <a:gdLst/>
            <a:ahLst/>
            <a:cxnLst/>
            <a:rect r="r" b="b" t="t" l="l"/>
            <a:pathLst>
              <a:path h="3477978" w="5755226">
                <a:moveTo>
                  <a:pt x="0" y="3477978"/>
                </a:moveTo>
                <a:lnTo>
                  <a:pt x="5755226" y="3477978"/>
                </a:lnTo>
                <a:lnTo>
                  <a:pt x="5755226" y="0"/>
                </a:lnTo>
                <a:lnTo>
                  <a:pt x="0" y="0"/>
                </a:lnTo>
                <a:lnTo>
                  <a:pt x="0" y="3477978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0">
            <a:off x="-865452" y="1104366"/>
            <a:ext cx="2378604" cy="2422652"/>
          </a:xfrm>
          <a:custGeom>
            <a:avLst/>
            <a:gdLst/>
            <a:ahLst/>
            <a:cxnLst/>
            <a:rect r="r" b="b" t="t" l="l"/>
            <a:pathLst>
              <a:path h="2422652" w="2378604">
                <a:moveTo>
                  <a:pt x="0" y="2422652"/>
                </a:moveTo>
                <a:lnTo>
                  <a:pt x="2378604" y="2422652"/>
                </a:lnTo>
                <a:lnTo>
                  <a:pt x="2378604" y="0"/>
                </a:lnTo>
                <a:lnTo>
                  <a:pt x="0" y="0"/>
                </a:lnTo>
                <a:lnTo>
                  <a:pt x="0" y="242265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DAHXQMUq1xo</dc:identifier>
  <dcterms:modified xsi:type="dcterms:W3CDTF">2011-08-01T06:04:30Z</dcterms:modified>
  <cp:revision>1</cp:revision>
  <dc:title>DBMS_Review 3</dc:title>
</cp:coreProperties>
</file>