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entury Gothic Paneuropean Bold" charset="1" panose="020B0702020202020204"/>
      <p:regular r:id="rId13"/>
    </p:embeddedFont>
    <p:embeddedFont>
      <p:font typeface="Century Gothic Paneuropean" charset="1" panose="020B0502020202020204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43" y="2887194"/>
            <a:ext cx="17002798" cy="205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1"/>
              </a:lnSpc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CAR RENTAL  RESERVATION AND VEHICLE RETURN MANAGEMENT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85634" y="5057775"/>
            <a:ext cx="12608215" cy="7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2"/>
              </a:lnSpc>
            </a:pPr>
            <a:r>
              <a:rPr lang="en-US" sz="4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Design and implementation of a database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81678" y="6967887"/>
            <a:ext cx="4617979" cy="22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Presented by: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Sansita.M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25WU0102244</a:t>
            </a:r>
          </a:p>
          <a:p>
            <a:pPr algn="ctr">
              <a:lnSpc>
                <a:spcPts val="458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88188" y="3418586"/>
            <a:ext cx="8667249" cy="494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985" indent="-338992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database system designed to manage car rentals, reservations, vehicle returns, and payments.</a:t>
            </a:r>
          </a:p>
          <a:p>
            <a:pPr algn="l" marL="677985" indent="-338992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stores all important information in organized and connected tables.</a:t>
            </a:r>
          </a:p>
          <a:p>
            <a:pPr algn="l" marL="677985" indent="-338992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helps the company easily manage customers and vehicles.</a:t>
            </a:r>
          </a:p>
          <a:p>
            <a:pPr algn="l" marL="677985" indent="-338992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reduces manual work and data errors.</a:t>
            </a:r>
          </a:p>
          <a:p>
            <a:pPr algn="just">
              <a:lnSpc>
                <a:spcPts val="439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8188" y="2615365"/>
            <a:ext cx="8865963" cy="6377338"/>
            <a:chOff x="0" y="0"/>
            <a:chExt cx="2335069" cy="16796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069" cy="1679628"/>
            </a:xfrm>
            <a:custGeom>
              <a:avLst/>
              <a:gdLst/>
              <a:ahLst/>
              <a:cxnLst/>
              <a:rect r="r" b="b" t="t" l="l"/>
              <a:pathLst>
                <a:path h="1679628" w="2335069">
                  <a:moveTo>
                    <a:pt x="44534" y="0"/>
                  </a:moveTo>
                  <a:lnTo>
                    <a:pt x="2290534" y="0"/>
                  </a:lnTo>
                  <a:cubicBezTo>
                    <a:pt x="2302346" y="0"/>
                    <a:pt x="2313673" y="4692"/>
                    <a:pt x="2322025" y="13044"/>
                  </a:cubicBezTo>
                  <a:cubicBezTo>
                    <a:pt x="2330377" y="21396"/>
                    <a:pt x="2335069" y="32723"/>
                    <a:pt x="2335069" y="44534"/>
                  </a:cubicBezTo>
                  <a:lnTo>
                    <a:pt x="2335069" y="1635094"/>
                  </a:lnTo>
                  <a:cubicBezTo>
                    <a:pt x="2335069" y="1646905"/>
                    <a:pt x="2330377" y="1658233"/>
                    <a:pt x="2322025" y="1666584"/>
                  </a:cubicBezTo>
                  <a:cubicBezTo>
                    <a:pt x="2313673" y="1674936"/>
                    <a:pt x="2302346" y="1679628"/>
                    <a:pt x="2290534" y="1679628"/>
                  </a:cubicBezTo>
                  <a:lnTo>
                    <a:pt x="44534" y="1679628"/>
                  </a:lnTo>
                  <a:cubicBezTo>
                    <a:pt x="19939" y="1679628"/>
                    <a:pt x="0" y="1659690"/>
                    <a:pt x="0" y="1635094"/>
                  </a:cubicBezTo>
                  <a:lnTo>
                    <a:pt x="0" y="44534"/>
                  </a:lnTo>
                  <a:cubicBezTo>
                    <a:pt x="0" y="32723"/>
                    <a:pt x="4692" y="21396"/>
                    <a:pt x="13044" y="13044"/>
                  </a:cubicBezTo>
                  <a:cubicBezTo>
                    <a:pt x="21396" y="4692"/>
                    <a:pt x="32723" y="0"/>
                    <a:pt x="44534" y="0"/>
                  </a:cubicBezTo>
                  <a:close/>
                </a:path>
              </a:pathLst>
            </a:custGeom>
            <a:solidFill>
              <a:srgbClr val="FAE7BC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35069" cy="1717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6058" y="2666906"/>
            <a:ext cx="5555362" cy="2388199"/>
            <a:chOff x="0" y="0"/>
            <a:chExt cx="15125700" cy="6502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462" y="1815"/>
              <a:ext cx="15123263" cy="6500585"/>
            </a:xfrm>
            <a:custGeom>
              <a:avLst/>
              <a:gdLst/>
              <a:ahLst/>
              <a:cxnLst/>
              <a:rect r="r" b="b" t="t" l="l"/>
              <a:pathLst>
                <a:path h="6500585" w="15123263">
                  <a:moveTo>
                    <a:pt x="13448339" y="4397838"/>
                  </a:moveTo>
                  <a:lnTo>
                    <a:pt x="13521457" y="4575408"/>
                  </a:lnTo>
                  <a:cubicBezTo>
                    <a:pt x="13538373" y="4616497"/>
                    <a:pt x="13568689" y="4712914"/>
                    <a:pt x="13578329" y="4756291"/>
                  </a:cubicBezTo>
                  <a:lnTo>
                    <a:pt x="13588651" y="4802736"/>
                  </a:lnTo>
                  <a:cubicBezTo>
                    <a:pt x="13593651" y="4825234"/>
                    <a:pt x="13598971" y="4873714"/>
                    <a:pt x="13598971" y="4896760"/>
                  </a:cubicBezTo>
                  <a:lnTo>
                    <a:pt x="13598971" y="5117534"/>
                  </a:lnTo>
                  <a:cubicBezTo>
                    <a:pt x="13598971" y="5185938"/>
                    <a:pt x="13654424" y="5241390"/>
                    <a:pt x="13722827" y="5241390"/>
                  </a:cubicBezTo>
                  <a:lnTo>
                    <a:pt x="13846683" y="5241390"/>
                  </a:lnTo>
                  <a:cubicBezTo>
                    <a:pt x="13955830" y="5241390"/>
                    <a:pt x="14232219" y="5227132"/>
                    <a:pt x="14340788" y="5215901"/>
                  </a:cubicBezTo>
                  <a:lnTo>
                    <a:pt x="14578243" y="5191337"/>
                  </a:lnTo>
                  <a:cubicBezTo>
                    <a:pt x="14639612" y="5184988"/>
                    <a:pt x="14741057" y="5155447"/>
                    <a:pt x="14796239" y="5127856"/>
                  </a:cubicBezTo>
                  <a:lnTo>
                    <a:pt x="14847845" y="5102053"/>
                  </a:lnTo>
                  <a:cubicBezTo>
                    <a:pt x="14876658" y="5087646"/>
                    <a:pt x="14915371" y="5056350"/>
                    <a:pt x="14935496" y="5031195"/>
                  </a:cubicBezTo>
                  <a:lnTo>
                    <a:pt x="14958758" y="5002116"/>
                  </a:lnTo>
                  <a:cubicBezTo>
                    <a:pt x="14970920" y="4986914"/>
                    <a:pt x="14988096" y="4956336"/>
                    <a:pt x="14994748" y="4938039"/>
                  </a:cubicBezTo>
                  <a:lnTo>
                    <a:pt x="15029670" y="4842004"/>
                  </a:lnTo>
                  <a:cubicBezTo>
                    <a:pt x="15046660" y="4795284"/>
                    <a:pt x="15071102" y="4693901"/>
                    <a:pt x="15077267" y="4644570"/>
                  </a:cubicBezTo>
                  <a:lnTo>
                    <a:pt x="15091572" y="4530129"/>
                  </a:lnTo>
                  <a:cubicBezTo>
                    <a:pt x="15097855" y="4479869"/>
                    <a:pt x="15107495" y="4351029"/>
                    <a:pt x="15108760" y="4300393"/>
                  </a:cubicBezTo>
                  <a:lnTo>
                    <a:pt x="15123156" y="3724517"/>
                  </a:lnTo>
                  <a:cubicBezTo>
                    <a:pt x="15125194" y="3643028"/>
                    <a:pt x="15098035" y="3545225"/>
                    <a:pt x="15054272" y="3476453"/>
                  </a:cubicBezTo>
                  <a:lnTo>
                    <a:pt x="15018145" y="3419685"/>
                  </a:lnTo>
                  <a:cubicBezTo>
                    <a:pt x="14998892" y="3389430"/>
                    <a:pt x="14975438" y="3332192"/>
                    <a:pt x="14967923" y="3297125"/>
                  </a:cubicBezTo>
                  <a:lnTo>
                    <a:pt x="14944009" y="3185524"/>
                  </a:lnTo>
                  <a:cubicBezTo>
                    <a:pt x="14932364" y="3131185"/>
                    <a:pt x="14895329" y="3020856"/>
                    <a:pt x="14871828" y="2970497"/>
                  </a:cubicBezTo>
                  <a:lnTo>
                    <a:pt x="14823712" y="2867391"/>
                  </a:lnTo>
                  <a:cubicBezTo>
                    <a:pt x="14798180" y="2812680"/>
                    <a:pt x="14737833" y="2726522"/>
                    <a:pt x="14695142" y="2683831"/>
                  </a:cubicBezTo>
                  <a:lnTo>
                    <a:pt x="14642477" y="2631167"/>
                  </a:lnTo>
                  <a:cubicBezTo>
                    <a:pt x="14615508" y="2604197"/>
                    <a:pt x="14557751" y="2561403"/>
                    <a:pt x="14524098" y="2543454"/>
                  </a:cubicBezTo>
                  <a:lnTo>
                    <a:pt x="14402136" y="2478407"/>
                  </a:lnTo>
                  <a:cubicBezTo>
                    <a:pt x="14347076" y="2449042"/>
                    <a:pt x="14209182" y="2386740"/>
                    <a:pt x="14150753" y="2364829"/>
                  </a:cubicBezTo>
                  <a:lnTo>
                    <a:pt x="13967755" y="2296204"/>
                  </a:lnTo>
                  <a:cubicBezTo>
                    <a:pt x="13887152" y="2265978"/>
                    <a:pt x="13678963" y="2199872"/>
                    <a:pt x="13595688" y="2178061"/>
                  </a:cubicBezTo>
                  <a:lnTo>
                    <a:pt x="13256729" y="2089287"/>
                  </a:lnTo>
                  <a:cubicBezTo>
                    <a:pt x="13110389" y="2050960"/>
                    <a:pt x="12721724" y="1965659"/>
                    <a:pt x="12572785" y="1939181"/>
                  </a:cubicBezTo>
                  <a:lnTo>
                    <a:pt x="12280819" y="1887276"/>
                  </a:lnTo>
                  <a:cubicBezTo>
                    <a:pt x="12157217" y="1865302"/>
                    <a:pt x="11819022" y="1815391"/>
                    <a:pt x="11694341" y="1800723"/>
                  </a:cubicBezTo>
                  <a:lnTo>
                    <a:pt x="11490674" y="1776762"/>
                  </a:lnTo>
                  <a:cubicBezTo>
                    <a:pt x="11370453" y="1762618"/>
                    <a:pt x="11220327" y="1701680"/>
                    <a:pt x="11124261" y="1628029"/>
                  </a:cubicBezTo>
                  <a:lnTo>
                    <a:pt x="10895996" y="1453026"/>
                  </a:lnTo>
                  <a:cubicBezTo>
                    <a:pt x="10797744" y="1377698"/>
                    <a:pt x="10530446" y="1188627"/>
                    <a:pt x="10426698" y="1121071"/>
                  </a:cubicBezTo>
                  <a:lnTo>
                    <a:pt x="10054843" y="878931"/>
                  </a:lnTo>
                  <a:cubicBezTo>
                    <a:pt x="9935675" y="801334"/>
                    <a:pt x="9616457" y="612365"/>
                    <a:pt x="9491106" y="545212"/>
                  </a:cubicBezTo>
                  <a:lnTo>
                    <a:pt x="9346609" y="467803"/>
                  </a:lnTo>
                  <a:cubicBezTo>
                    <a:pt x="9281560" y="432954"/>
                    <a:pt x="9117884" y="358307"/>
                    <a:pt x="9048923" y="332036"/>
                  </a:cubicBezTo>
                  <a:lnTo>
                    <a:pt x="8908770" y="278644"/>
                  </a:lnTo>
                  <a:cubicBezTo>
                    <a:pt x="8845645" y="254597"/>
                    <a:pt x="8688467" y="206017"/>
                    <a:pt x="8622780" y="190252"/>
                  </a:cubicBezTo>
                  <a:lnTo>
                    <a:pt x="8437668" y="145825"/>
                  </a:lnTo>
                  <a:cubicBezTo>
                    <a:pt x="8355804" y="126178"/>
                    <a:pt x="8147245" y="87809"/>
                    <a:pt x="8063749" y="77035"/>
                  </a:cubicBezTo>
                  <a:lnTo>
                    <a:pt x="7838192" y="47932"/>
                  </a:lnTo>
                  <a:cubicBezTo>
                    <a:pt x="7738010" y="35005"/>
                    <a:pt x="7486237" y="16789"/>
                    <a:pt x="7385237" y="15160"/>
                  </a:cubicBezTo>
                  <a:lnTo>
                    <a:pt x="6462450" y="276"/>
                  </a:lnTo>
                  <a:cubicBezTo>
                    <a:pt x="6376095" y="-1117"/>
                    <a:pt x="6289736" y="2752"/>
                    <a:pt x="6203851" y="11861"/>
                  </a:cubicBezTo>
                  <a:lnTo>
                    <a:pt x="5443523" y="92502"/>
                  </a:lnTo>
                  <a:cubicBezTo>
                    <a:pt x="5233231" y="114805"/>
                    <a:pt x="4712369" y="200021"/>
                    <a:pt x="4505933" y="245896"/>
                  </a:cubicBezTo>
                  <a:lnTo>
                    <a:pt x="4273704" y="297502"/>
                  </a:lnTo>
                  <a:cubicBezTo>
                    <a:pt x="4169244" y="320715"/>
                    <a:pt x="3918327" y="393442"/>
                    <a:pt x="3817645" y="429688"/>
                  </a:cubicBezTo>
                  <a:lnTo>
                    <a:pt x="3671529" y="482289"/>
                  </a:lnTo>
                  <a:cubicBezTo>
                    <a:pt x="3606298" y="505772"/>
                    <a:pt x="3448521" y="573336"/>
                    <a:pt x="3386512" y="604342"/>
                  </a:cubicBezTo>
                  <a:lnTo>
                    <a:pt x="3249536" y="672829"/>
                  </a:lnTo>
                  <a:cubicBezTo>
                    <a:pt x="3189760" y="702717"/>
                    <a:pt x="3039247" y="786860"/>
                    <a:pt x="2982476" y="822127"/>
                  </a:cubicBezTo>
                  <a:lnTo>
                    <a:pt x="2266161" y="1267111"/>
                  </a:lnTo>
                  <a:cubicBezTo>
                    <a:pt x="1986031" y="1441131"/>
                    <a:pt x="1476507" y="1634842"/>
                    <a:pt x="1151520" y="1690873"/>
                  </a:cubicBezTo>
                  <a:lnTo>
                    <a:pt x="621117" y="1782322"/>
                  </a:lnTo>
                  <a:cubicBezTo>
                    <a:pt x="586237" y="1788336"/>
                    <a:pt x="522617" y="1809220"/>
                    <a:pt x="490959" y="1825049"/>
                  </a:cubicBezTo>
                  <a:lnTo>
                    <a:pt x="459995" y="1840532"/>
                  </a:lnTo>
                  <a:cubicBezTo>
                    <a:pt x="441454" y="1849802"/>
                    <a:pt x="421886" y="1867923"/>
                    <a:pt x="411220" y="1885698"/>
                  </a:cubicBezTo>
                  <a:lnTo>
                    <a:pt x="389162" y="1922462"/>
                  </a:lnTo>
                  <a:cubicBezTo>
                    <a:pt x="377369" y="1942118"/>
                    <a:pt x="363534" y="1978857"/>
                    <a:pt x="359434" y="2001408"/>
                  </a:cubicBezTo>
                  <a:lnTo>
                    <a:pt x="321984" y="2207386"/>
                  </a:lnTo>
                  <a:cubicBezTo>
                    <a:pt x="304384" y="2304181"/>
                    <a:pt x="284534" y="2524333"/>
                    <a:pt x="284534" y="2622716"/>
                  </a:cubicBezTo>
                  <a:lnTo>
                    <a:pt x="284534" y="3402939"/>
                  </a:lnTo>
                  <a:cubicBezTo>
                    <a:pt x="284534" y="3469481"/>
                    <a:pt x="256463" y="3532936"/>
                    <a:pt x="207226" y="3577697"/>
                  </a:cubicBezTo>
                  <a:lnTo>
                    <a:pt x="129918" y="3647977"/>
                  </a:lnTo>
                  <a:cubicBezTo>
                    <a:pt x="87699" y="3686356"/>
                    <a:pt x="44545" y="3752606"/>
                    <a:pt x="26502" y="3806734"/>
                  </a:cubicBezTo>
                  <a:lnTo>
                    <a:pt x="11019" y="3853180"/>
                  </a:lnTo>
                  <a:cubicBezTo>
                    <a:pt x="2376" y="3879111"/>
                    <a:pt x="-2074" y="3921117"/>
                    <a:pt x="944" y="3948284"/>
                  </a:cubicBezTo>
                  <a:lnTo>
                    <a:pt x="18884" y="4109738"/>
                  </a:lnTo>
                  <a:cubicBezTo>
                    <a:pt x="27284" y="4185339"/>
                    <a:pt x="61197" y="4354060"/>
                    <a:pt x="82660" y="4427037"/>
                  </a:cubicBezTo>
                  <a:lnTo>
                    <a:pt x="111348" y="4524575"/>
                  </a:lnTo>
                  <a:cubicBezTo>
                    <a:pt x="125269" y="4571907"/>
                    <a:pt x="165451" y="4667862"/>
                    <a:pt x="189411" y="4710990"/>
                  </a:cubicBezTo>
                  <a:lnTo>
                    <a:pt x="216330" y="4759443"/>
                  </a:lnTo>
                  <a:cubicBezTo>
                    <a:pt x="229951" y="4783961"/>
                    <a:pt x="262610" y="4827258"/>
                    <a:pt x="282442" y="4847091"/>
                  </a:cubicBezTo>
                  <a:lnTo>
                    <a:pt x="335094" y="4899742"/>
                  </a:lnTo>
                  <a:cubicBezTo>
                    <a:pt x="365010" y="4929658"/>
                    <a:pt x="418250" y="4962562"/>
                    <a:pt x="458386" y="4975941"/>
                  </a:cubicBezTo>
                  <a:lnTo>
                    <a:pt x="608849" y="5026096"/>
                  </a:lnTo>
                  <a:cubicBezTo>
                    <a:pt x="678723" y="5049386"/>
                    <a:pt x="843220" y="5089498"/>
                    <a:pt x="915973" y="5100985"/>
                  </a:cubicBezTo>
                  <a:lnTo>
                    <a:pt x="1415646" y="5179882"/>
                  </a:lnTo>
                  <a:cubicBezTo>
                    <a:pt x="1448248" y="5185029"/>
                    <a:pt x="1481499" y="5176045"/>
                    <a:pt x="1507072" y="5155179"/>
                  </a:cubicBezTo>
                  <a:cubicBezTo>
                    <a:pt x="1532645" y="5134313"/>
                    <a:pt x="1548118" y="5103541"/>
                    <a:pt x="1549617" y="5070569"/>
                  </a:cubicBezTo>
                  <a:lnTo>
                    <a:pt x="1555922" y="4931847"/>
                  </a:lnTo>
                  <a:cubicBezTo>
                    <a:pt x="1560244" y="4836761"/>
                    <a:pt x="1594619" y="4660265"/>
                    <a:pt x="1626298" y="4570507"/>
                  </a:cubicBezTo>
                  <a:lnTo>
                    <a:pt x="1657262" y="4482777"/>
                  </a:lnTo>
                  <a:cubicBezTo>
                    <a:pt x="1672188" y="4440486"/>
                    <a:pt x="1713481" y="4354007"/>
                    <a:pt x="1736985" y="4315812"/>
                  </a:cubicBezTo>
                  <a:lnTo>
                    <a:pt x="1795176" y="4221252"/>
                  </a:lnTo>
                  <a:cubicBezTo>
                    <a:pt x="1823685" y="4174925"/>
                    <a:pt x="1893413" y="4086646"/>
                    <a:pt x="1931877" y="4048183"/>
                  </a:cubicBezTo>
                  <a:lnTo>
                    <a:pt x="2047440" y="3932618"/>
                  </a:lnTo>
                  <a:cubicBezTo>
                    <a:pt x="2106237" y="3873822"/>
                    <a:pt x="2233482" y="3778612"/>
                    <a:pt x="2306481" y="3738795"/>
                  </a:cubicBezTo>
                  <a:lnTo>
                    <a:pt x="2461811" y="3654069"/>
                  </a:lnTo>
                  <a:cubicBezTo>
                    <a:pt x="2541159" y="3610789"/>
                    <a:pt x="2701833" y="3551514"/>
                    <a:pt x="2790280" y="3532893"/>
                  </a:cubicBezTo>
                  <a:lnTo>
                    <a:pt x="2916233" y="3506377"/>
                  </a:lnTo>
                  <a:cubicBezTo>
                    <a:pt x="2936624" y="3502085"/>
                    <a:pt x="2957799" y="3508444"/>
                    <a:pt x="2972452" y="3523261"/>
                  </a:cubicBezTo>
                  <a:cubicBezTo>
                    <a:pt x="2987104" y="3538078"/>
                    <a:pt x="2993226" y="3559323"/>
                    <a:pt x="2988706" y="3579666"/>
                  </a:cubicBezTo>
                  <a:lnTo>
                    <a:pt x="2988706" y="3579666"/>
                  </a:lnTo>
                  <a:cubicBezTo>
                    <a:pt x="2976000" y="3636838"/>
                    <a:pt x="2932809" y="3682349"/>
                    <a:pt x="2876378" y="3698025"/>
                  </a:cubicBezTo>
                  <a:lnTo>
                    <a:pt x="2707684" y="3744884"/>
                  </a:lnTo>
                  <a:cubicBezTo>
                    <a:pt x="2654898" y="3759548"/>
                    <a:pt x="2542285" y="3802876"/>
                    <a:pt x="2493285" y="3827376"/>
                  </a:cubicBezTo>
                  <a:lnTo>
                    <a:pt x="2441679" y="3853180"/>
                  </a:lnTo>
                  <a:cubicBezTo>
                    <a:pt x="2415917" y="3866060"/>
                    <a:pt x="2368407" y="3898100"/>
                    <a:pt x="2346808" y="3917156"/>
                  </a:cubicBezTo>
                  <a:lnTo>
                    <a:pt x="2133620" y="4105265"/>
                  </a:lnTo>
                  <a:cubicBezTo>
                    <a:pt x="2087222" y="4146204"/>
                    <a:pt x="2002386" y="4241141"/>
                    <a:pt x="1966901" y="4291833"/>
                  </a:cubicBezTo>
                  <a:lnTo>
                    <a:pt x="1930777" y="4343439"/>
                  </a:lnTo>
                  <a:cubicBezTo>
                    <a:pt x="1913450" y="4368192"/>
                    <a:pt x="1881740" y="4425175"/>
                    <a:pt x="1869837" y="4452946"/>
                  </a:cubicBezTo>
                  <a:lnTo>
                    <a:pt x="1808280" y="4596578"/>
                  </a:lnTo>
                  <a:cubicBezTo>
                    <a:pt x="1790576" y="4637890"/>
                    <a:pt x="1759903" y="4733057"/>
                    <a:pt x="1750154" y="4776933"/>
                  </a:cubicBezTo>
                  <a:lnTo>
                    <a:pt x="1739832" y="4823378"/>
                  </a:lnTo>
                  <a:cubicBezTo>
                    <a:pt x="1734833" y="4845877"/>
                    <a:pt x="1729511" y="4894356"/>
                    <a:pt x="1729511" y="4917403"/>
                  </a:cubicBezTo>
                  <a:lnTo>
                    <a:pt x="1729511" y="5143088"/>
                  </a:lnTo>
                  <a:cubicBezTo>
                    <a:pt x="1729511" y="5223151"/>
                    <a:pt x="1750168" y="5380778"/>
                    <a:pt x="1770796" y="5458137"/>
                  </a:cubicBezTo>
                  <a:lnTo>
                    <a:pt x="1791439" y="5535546"/>
                  </a:lnTo>
                  <a:cubicBezTo>
                    <a:pt x="1801549" y="5573459"/>
                    <a:pt x="1831461" y="5648947"/>
                    <a:pt x="1850064" y="5683495"/>
                  </a:cubicBezTo>
                  <a:lnTo>
                    <a:pt x="1903322" y="5782401"/>
                  </a:lnTo>
                  <a:cubicBezTo>
                    <a:pt x="1930520" y="5832913"/>
                    <a:pt x="1995445" y="5920175"/>
                    <a:pt x="2036012" y="5960741"/>
                  </a:cubicBezTo>
                  <a:lnTo>
                    <a:pt x="2206111" y="6130841"/>
                  </a:lnTo>
                  <a:cubicBezTo>
                    <a:pt x="2256655" y="6181383"/>
                    <a:pt x="2369618" y="6268466"/>
                    <a:pt x="2431357" y="6304480"/>
                  </a:cubicBezTo>
                  <a:lnTo>
                    <a:pt x="2493285" y="6340606"/>
                  </a:lnTo>
                  <a:cubicBezTo>
                    <a:pt x="2522374" y="6357574"/>
                    <a:pt x="2590940" y="6389722"/>
                    <a:pt x="2622590" y="6401230"/>
                  </a:cubicBezTo>
                  <a:lnTo>
                    <a:pt x="2702435" y="6430265"/>
                  </a:lnTo>
                  <a:cubicBezTo>
                    <a:pt x="2742261" y="6444747"/>
                    <a:pt x="2824690" y="6463156"/>
                    <a:pt x="2866892" y="6466992"/>
                  </a:cubicBezTo>
                  <a:lnTo>
                    <a:pt x="3079181" y="6486291"/>
                  </a:lnTo>
                  <a:cubicBezTo>
                    <a:pt x="3159291" y="6493573"/>
                    <a:pt x="3312356" y="6485397"/>
                    <a:pt x="3391236" y="6469621"/>
                  </a:cubicBezTo>
                  <a:lnTo>
                    <a:pt x="3468645" y="6454140"/>
                  </a:lnTo>
                  <a:cubicBezTo>
                    <a:pt x="3505531" y="6446762"/>
                    <a:pt x="3584202" y="6422763"/>
                    <a:pt x="3618925" y="6408295"/>
                  </a:cubicBezTo>
                  <a:lnTo>
                    <a:pt x="3706345" y="6371869"/>
                  </a:lnTo>
                  <a:cubicBezTo>
                    <a:pt x="3747865" y="6354571"/>
                    <a:pt x="3835140" y="6307861"/>
                    <a:pt x="3872565" y="6282912"/>
                  </a:cubicBezTo>
                  <a:lnTo>
                    <a:pt x="3957020" y="6226608"/>
                  </a:lnTo>
                  <a:cubicBezTo>
                    <a:pt x="3998508" y="6198949"/>
                    <a:pt x="4076502" y="6132359"/>
                    <a:pt x="4110323" y="6095719"/>
                  </a:cubicBezTo>
                  <a:lnTo>
                    <a:pt x="4199755" y="5998836"/>
                  </a:lnTo>
                  <a:cubicBezTo>
                    <a:pt x="4244275" y="5950605"/>
                    <a:pt x="4320345" y="5843528"/>
                    <a:pt x="4351234" y="5785613"/>
                  </a:cubicBezTo>
                  <a:lnTo>
                    <a:pt x="4403618" y="5687392"/>
                  </a:lnTo>
                  <a:cubicBezTo>
                    <a:pt x="4427801" y="5642049"/>
                    <a:pt x="4470524" y="5538324"/>
                    <a:pt x="4485290" y="5489101"/>
                  </a:cubicBezTo>
                  <a:lnTo>
                    <a:pt x="4500773" y="5437495"/>
                  </a:lnTo>
                  <a:cubicBezTo>
                    <a:pt x="4508457" y="5411877"/>
                    <a:pt x="4517339" y="5358775"/>
                    <a:pt x="4518408" y="5332053"/>
                  </a:cubicBezTo>
                  <a:lnTo>
                    <a:pt x="4533184" y="4962642"/>
                  </a:lnTo>
                  <a:cubicBezTo>
                    <a:pt x="4535258" y="4910791"/>
                    <a:pt x="4577896" y="4869825"/>
                    <a:pt x="4629788" y="4869825"/>
                  </a:cubicBezTo>
                  <a:lnTo>
                    <a:pt x="4629788" y="4869825"/>
                  </a:lnTo>
                  <a:cubicBezTo>
                    <a:pt x="4681091" y="4869825"/>
                    <a:pt x="4722680" y="4911414"/>
                    <a:pt x="4722680" y="4962716"/>
                  </a:cubicBezTo>
                  <a:lnTo>
                    <a:pt x="4722680" y="5091078"/>
                  </a:lnTo>
                  <a:cubicBezTo>
                    <a:pt x="4722680" y="5162693"/>
                    <a:pt x="4780735" y="5220748"/>
                    <a:pt x="4852350" y="5220748"/>
                  </a:cubicBezTo>
                  <a:lnTo>
                    <a:pt x="10328769" y="5220748"/>
                  </a:lnTo>
                  <a:cubicBezTo>
                    <a:pt x="10379165" y="5220748"/>
                    <a:pt x="10420020" y="5179893"/>
                    <a:pt x="10420020" y="5129496"/>
                  </a:cubicBezTo>
                  <a:lnTo>
                    <a:pt x="10420020" y="5038245"/>
                  </a:lnTo>
                  <a:cubicBezTo>
                    <a:pt x="10420020" y="4967078"/>
                    <a:pt x="10436072" y="4815556"/>
                    <a:pt x="10450984" y="4745970"/>
                  </a:cubicBezTo>
                  <a:lnTo>
                    <a:pt x="10466466" y="4673721"/>
                  </a:lnTo>
                  <a:cubicBezTo>
                    <a:pt x="10473823" y="4639391"/>
                    <a:pt x="10497224" y="4565826"/>
                    <a:pt x="10511054" y="4533557"/>
                  </a:cubicBezTo>
                  <a:lnTo>
                    <a:pt x="10561826" y="4415090"/>
                  </a:lnTo>
                  <a:cubicBezTo>
                    <a:pt x="10582546" y="4366742"/>
                    <a:pt x="10638553" y="4263352"/>
                    <a:pt x="10667732" y="4219585"/>
                  </a:cubicBezTo>
                  <a:lnTo>
                    <a:pt x="10698696" y="4173139"/>
                  </a:lnTo>
                  <a:cubicBezTo>
                    <a:pt x="10713449" y="4151007"/>
                    <a:pt x="10750322" y="4106029"/>
                    <a:pt x="10769129" y="4087222"/>
                  </a:cubicBezTo>
                  <a:lnTo>
                    <a:pt x="10904213" y="3952138"/>
                  </a:lnTo>
                  <a:cubicBezTo>
                    <a:pt x="10971373" y="3884978"/>
                    <a:pt x="11122093" y="3768351"/>
                    <a:pt x="11203957" y="3720195"/>
                  </a:cubicBezTo>
                  <a:lnTo>
                    <a:pt x="11297089" y="3665413"/>
                  </a:lnTo>
                  <a:cubicBezTo>
                    <a:pt x="11342548" y="3638672"/>
                    <a:pt x="11443009" y="3594133"/>
                    <a:pt x="11493351" y="3578401"/>
                  </a:cubicBezTo>
                  <a:lnTo>
                    <a:pt x="11606925" y="3542909"/>
                  </a:lnTo>
                  <a:cubicBezTo>
                    <a:pt x="11663458" y="3525243"/>
                    <a:pt x="11780195" y="3504574"/>
                    <a:pt x="11839358" y="3501757"/>
                  </a:cubicBezTo>
                  <a:lnTo>
                    <a:pt x="11996676" y="3494265"/>
                  </a:lnTo>
                  <a:cubicBezTo>
                    <a:pt x="12074394" y="3490564"/>
                    <a:pt x="12232137" y="3502403"/>
                    <a:pt x="12308432" y="3517662"/>
                  </a:cubicBezTo>
                  <a:lnTo>
                    <a:pt x="12386031" y="3533182"/>
                  </a:lnTo>
                  <a:cubicBezTo>
                    <a:pt x="12423682" y="3540711"/>
                    <a:pt x="12500862" y="3565248"/>
                    <a:pt x="12535949" y="3580842"/>
                  </a:cubicBezTo>
                  <a:lnTo>
                    <a:pt x="12750838" y="3676349"/>
                  </a:lnTo>
                  <a:cubicBezTo>
                    <a:pt x="12772853" y="3686133"/>
                    <a:pt x="12789908" y="3704496"/>
                    <a:pt x="12798043" y="3727171"/>
                  </a:cubicBezTo>
                  <a:cubicBezTo>
                    <a:pt x="12806179" y="3749847"/>
                    <a:pt x="12804686" y="3774864"/>
                    <a:pt x="12793913" y="3796412"/>
                  </a:cubicBezTo>
                  <a:lnTo>
                    <a:pt x="12793913" y="3796412"/>
                  </a:lnTo>
                  <a:cubicBezTo>
                    <a:pt x="12770814" y="3842608"/>
                    <a:pt x="12715465" y="3862466"/>
                    <a:pt x="12668267" y="3841489"/>
                  </a:cubicBezTo>
                  <a:lnTo>
                    <a:pt x="12477247" y="3756591"/>
                  </a:lnTo>
                  <a:cubicBezTo>
                    <a:pt x="12430579" y="3735849"/>
                    <a:pt x="12327926" y="3703214"/>
                    <a:pt x="12277849" y="3693199"/>
                  </a:cubicBezTo>
                  <a:lnTo>
                    <a:pt x="12226243" y="3682878"/>
                  </a:lnTo>
                  <a:cubicBezTo>
                    <a:pt x="12191921" y="3676014"/>
                    <a:pt x="12157007" y="3672556"/>
                    <a:pt x="12122007" y="3672556"/>
                  </a:cubicBezTo>
                  <a:lnTo>
                    <a:pt x="12009497" y="3672556"/>
                  </a:lnTo>
                  <a:cubicBezTo>
                    <a:pt x="11927914" y="3672556"/>
                    <a:pt x="11763292" y="3692823"/>
                    <a:pt x="11684145" y="3712610"/>
                  </a:cubicBezTo>
                  <a:lnTo>
                    <a:pt x="11599110" y="3733868"/>
                  </a:lnTo>
                  <a:cubicBezTo>
                    <a:pt x="11557921" y="3744166"/>
                    <a:pt x="11473652" y="3775339"/>
                    <a:pt x="11435676" y="3794327"/>
                  </a:cubicBezTo>
                  <a:lnTo>
                    <a:pt x="11330378" y="3846976"/>
                  </a:lnTo>
                  <a:cubicBezTo>
                    <a:pt x="11276675" y="3873828"/>
                    <a:pt x="11182996" y="3939079"/>
                    <a:pt x="11139193" y="3980143"/>
                  </a:cubicBezTo>
                  <a:lnTo>
                    <a:pt x="11016995" y="4094703"/>
                  </a:lnTo>
                  <a:cubicBezTo>
                    <a:pt x="10955209" y="4152629"/>
                    <a:pt x="10852196" y="4280268"/>
                    <a:pt x="10808621" y="4352893"/>
                  </a:cubicBezTo>
                  <a:lnTo>
                    <a:pt x="10758818" y="4435896"/>
                  </a:lnTo>
                  <a:cubicBezTo>
                    <a:pt x="10734695" y="4476104"/>
                    <a:pt x="10693233" y="4566250"/>
                    <a:pt x="10678406" y="4610732"/>
                  </a:cubicBezTo>
                  <a:lnTo>
                    <a:pt x="10652426" y="4688672"/>
                  </a:lnTo>
                  <a:cubicBezTo>
                    <a:pt x="10639246" y="4728207"/>
                    <a:pt x="10624829" y="4807060"/>
                    <a:pt x="10623162" y="4848701"/>
                  </a:cubicBezTo>
                  <a:lnTo>
                    <a:pt x="10611307" y="5145082"/>
                  </a:lnTo>
                  <a:cubicBezTo>
                    <a:pt x="10608544" y="5214140"/>
                    <a:pt x="10621227" y="5349509"/>
                    <a:pt x="10636768" y="5416852"/>
                  </a:cubicBezTo>
                  <a:lnTo>
                    <a:pt x="10652249" y="5483940"/>
                  </a:lnTo>
                  <a:cubicBezTo>
                    <a:pt x="10659851" y="5516884"/>
                    <a:pt x="10683402" y="5582370"/>
                    <a:pt x="10698523" y="5612611"/>
                  </a:cubicBezTo>
                  <a:lnTo>
                    <a:pt x="10772522" y="5760611"/>
                  </a:lnTo>
                  <a:cubicBezTo>
                    <a:pt x="10790833" y="5797232"/>
                    <a:pt x="10840037" y="5878954"/>
                    <a:pt x="10863835" y="5912273"/>
                  </a:cubicBezTo>
                  <a:lnTo>
                    <a:pt x="10889639" y="5948397"/>
                  </a:lnTo>
                  <a:cubicBezTo>
                    <a:pt x="10902007" y="5965714"/>
                    <a:pt x="10932425" y="6000198"/>
                    <a:pt x="10948062" y="6014632"/>
                  </a:cubicBezTo>
                  <a:lnTo>
                    <a:pt x="11065929" y="6123432"/>
                  </a:lnTo>
                  <a:cubicBezTo>
                    <a:pt x="11125718" y="6178622"/>
                    <a:pt x="11254488" y="6267579"/>
                    <a:pt x="11327266" y="6303968"/>
                  </a:cubicBezTo>
                  <a:lnTo>
                    <a:pt x="11461955" y="6371313"/>
                  </a:lnTo>
                  <a:cubicBezTo>
                    <a:pt x="11529531" y="6405100"/>
                    <a:pt x="11670225" y="6453373"/>
                    <a:pt x="11744309" y="6468190"/>
                  </a:cubicBezTo>
                  <a:lnTo>
                    <a:pt x="11825296" y="6484388"/>
                  </a:lnTo>
                  <a:cubicBezTo>
                    <a:pt x="11863886" y="6492105"/>
                    <a:pt x="11949520" y="6500585"/>
                    <a:pt x="11988874" y="6500585"/>
                  </a:cubicBezTo>
                  <a:lnTo>
                    <a:pt x="12040471" y="6500585"/>
                  </a:lnTo>
                  <a:cubicBezTo>
                    <a:pt x="12064823" y="6500585"/>
                    <a:pt x="12118842" y="6495565"/>
                    <a:pt x="12142778" y="6491077"/>
                  </a:cubicBezTo>
                  <a:lnTo>
                    <a:pt x="12313088" y="6459144"/>
                  </a:lnTo>
                  <a:cubicBezTo>
                    <a:pt x="12365059" y="6449399"/>
                    <a:pt x="12476465" y="6417010"/>
                    <a:pt x="12525560" y="6397372"/>
                  </a:cubicBezTo>
                  <a:lnTo>
                    <a:pt x="12577166" y="6376729"/>
                  </a:lnTo>
                  <a:cubicBezTo>
                    <a:pt x="12601541" y="6366980"/>
                    <a:pt x="12653517" y="6340341"/>
                    <a:pt x="12675665" y="6326247"/>
                  </a:cubicBezTo>
                  <a:lnTo>
                    <a:pt x="12765752" y="6268918"/>
                  </a:lnTo>
                  <a:cubicBezTo>
                    <a:pt x="12807791" y="6242167"/>
                    <a:pt x="12897982" y="6173278"/>
                    <a:pt x="12934853" y="6139760"/>
                  </a:cubicBezTo>
                  <a:lnTo>
                    <a:pt x="13008880" y="6072462"/>
                  </a:lnTo>
                  <a:cubicBezTo>
                    <a:pt x="13044836" y="6039776"/>
                    <a:pt x="13112415" y="5963012"/>
                    <a:pt x="13140280" y="5923204"/>
                  </a:cubicBezTo>
                  <a:lnTo>
                    <a:pt x="13183843" y="5860971"/>
                  </a:lnTo>
                  <a:cubicBezTo>
                    <a:pt x="13204617" y="5831296"/>
                    <a:pt x="13243334" y="5762329"/>
                    <a:pt x="13257854" y="5729144"/>
                  </a:cubicBezTo>
                  <a:lnTo>
                    <a:pt x="13329715" y="5564890"/>
                  </a:lnTo>
                  <a:cubicBezTo>
                    <a:pt x="13350093" y="5518310"/>
                    <a:pt x="13382575" y="5415101"/>
                    <a:pt x="13392545" y="5365246"/>
                  </a:cubicBezTo>
                  <a:lnTo>
                    <a:pt x="13402867" y="5313639"/>
                  </a:lnTo>
                  <a:cubicBezTo>
                    <a:pt x="13407786" y="5289048"/>
                    <a:pt x="13413189" y="5234481"/>
                    <a:pt x="13413189" y="5209404"/>
                  </a:cubicBezTo>
                  <a:lnTo>
                    <a:pt x="13413189" y="5049935"/>
                  </a:lnTo>
                  <a:cubicBezTo>
                    <a:pt x="13413189" y="4966801"/>
                    <a:pt x="13389049" y="4818051"/>
                    <a:pt x="13362761" y="4739181"/>
                  </a:cubicBezTo>
                  <a:lnTo>
                    <a:pt x="13277242" y="4482624"/>
                  </a:lnTo>
                  <a:cubicBezTo>
                    <a:pt x="13260491" y="4432372"/>
                    <a:pt x="13283240" y="4377450"/>
                    <a:pt x="13330619" y="4353761"/>
                  </a:cubicBezTo>
                  <a:lnTo>
                    <a:pt x="13330619" y="4353761"/>
                  </a:lnTo>
                  <a:cubicBezTo>
                    <a:pt x="13351948" y="4343096"/>
                    <a:pt x="13376751" y="4341788"/>
                    <a:pt x="13399083" y="4350150"/>
                  </a:cubicBezTo>
                  <a:cubicBezTo>
                    <a:pt x="13421415" y="4358511"/>
                    <a:pt x="13439260" y="4375788"/>
                    <a:pt x="13448339" y="4397838"/>
                  </a:cubicBez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15125700" cy="661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8188" y="1096240"/>
            <a:ext cx="14331649" cy="87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9"/>
              </a:lnSpc>
            </a:pPr>
            <a:r>
              <a:rPr lang="en-US" b="true" sz="5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MY UNDERSTANDING ABOUT THE 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31465" y="6592978"/>
            <a:ext cx="598454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database helps st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ore, update, search, and manage rental information quickly and accurately.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83528" y="5874255"/>
            <a:ext cx="7680422" cy="43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b="true" sz="25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WHY IS A DATABASE REQUIRED?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35280" y="725258"/>
            <a:ext cx="11217440" cy="87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b="true" sz="50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9057" y="2950920"/>
            <a:ext cx="7503823" cy="1246422"/>
            <a:chOff x="0" y="0"/>
            <a:chExt cx="1976315" cy="3282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6315" cy="328276"/>
            </a:xfrm>
            <a:custGeom>
              <a:avLst/>
              <a:gdLst/>
              <a:ahLst/>
              <a:cxnLst/>
              <a:rect r="r" b="b" t="t" l="l"/>
              <a:pathLst>
                <a:path h="328276" w="1976315">
                  <a:moveTo>
                    <a:pt x="52618" y="0"/>
                  </a:moveTo>
                  <a:lnTo>
                    <a:pt x="1923697" y="0"/>
                  </a:lnTo>
                  <a:cubicBezTo>
                    <a:pt x="1952757" y="0"/>
                    <a:pt x="1976315" y="23558"/>
                    <a:pt x="1976315" y="52618"/>
                  </a:cubicBezTo>
                  <a:lnTo>
                    <a:pt x="1976315" y="275658"/>
                  </a:lnTo>
                  <a:cubicBezTo>
                    <a:pt x="1976315" y="304718"/>
                    <a:pt x="1952757" y="328276"/>
                    <a:pt x="1923697" y="328276"/>
                  </a:cubicBezTo>
                  <a:lnTo>
                    <a:pt x="52618" y="328276"/>
                  </a:lnTo>
                  <a:cubicBezTo>
                    <a:pt x="23558" y="328276"/>
                    <a:pt x="0" y="304718"/>
                    <a:pt x="0" y="275658"/>
                  </a:cubicBezTo>
                  <a:lnTo>
                    <a:pt x="0" y="52618"/>
                  </a:lnTo>
                  <a:cubicBezTo>
                    <a:pt x="0" y="23558"/>
                    <a:pt x="23558" y="0"/>
                    <a:pt x="5261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76315" cy="37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Difficulty maintaining customer records.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49217" y="4520289"/>
            <a:ext cx="7503823" cy="1246422"/>
            <a:chOff x="0" y="0"/>
            <a:chExt cx="1976315" cy="3282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315" cy="328276"/>
            </a:xfrm>
            <a:custGeom>
              <a:avLst/>
              <a:gdLst/>
              <a:ahLst/>
              <a:cxnLst/>
              <a:rect r="r" b="b" t="t" l="l"/>
              <a:pathLst>
                <a:path h="328276" w="1976315">
                  <a:moveTo>
                    <a:pt x="52618" y="0"/>
                  </a:moveTo>
                  <a:lnTo>
                    <a:pt x="1923697" y="0"/>
                  </a:lnTo>
                  <a:cubicBezTo>
                    <a:pt x="1952757" y="0"/>
                    <a:pt x="1976315" y="23558"/>
                    <a:pt x="1976315" y="52618"/>
                  </a:cubicBezTo>
                  <a:lnTo>
                    <a:pt x="1976315" y="275658"/>
                  </a:lnTo>
                  <a:cubicBezTo>
                    <a:pt x="1976315" y="304718"/>
                    <a:pt x="1952757" y="328276"/>
                    <a:pt x="1923697" y="328276"/>
                  </a:cubicBezTo>
                  <a:lnTo>
                    <a:pt x="52618" y="328276"/>
                  </a:lnTo>
                  <a:cubicBezTo>
                    <a:pt x="23558" y="328276"/>
                    <a:pt x="0" y="304718"/>
                    <a:pt x="0" y="275658"/>
                  </a:cubicBezTo>
                  <a:lnTo>
                    <a:pt x="0" y="52618"/>
                  </a:lnTo>
                  <a:cubicBezTo>
                    <a:pt x="0" y="23558"/>
                    <a:pt x="23558" y="0"/>
                    <a:pt x="5261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76315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Difficult to track available and rented vehicles.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9217" y="6090561"/>
            <a:ext cx="7523663" cy="1246422"/>
            <a:chOff x="0" y="0"/>
            <a:chExt cx="1981541" cy="3282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1541" cy="328276"/>
            </a:xfrm>
            <a:custGeom>
              <a:avLst/>
              <a:gdLst/>
              <a:ahLst/>
              <a:cxnLst/>
              <a:rect r="r" b="b" t="t" l="l"/>
              <a:pathLst>
                <a:path h="328276" w="1981541">
                  <a:moveTo>
                    <a:pt x="52479" y="0"/>
                  </a:moveTo>
                  <a:lnTo>
                    <a:pt x="1929061" y="0"/>
                  </a:lnTo>
                  <a:cubicBezTo>
                    <a:pt x="1958045" y="0"/>
                    <a:pt x="1981541" y="23496"/>
                    <a:pt x="1981541" y="52479"/>
                  </a:cubicBezTo>
                  <a:lnTo>
                    <a:pt x="1981541" y="275796"/>
                  </a:lnTo>
                  <a:cubicBezTo>
                    <a:pt x="1981541" y="304780"/>
                    <a:pt x="1958045" y="328276"/>
                    <a:pt x="1929061" y="328276"/>
                  </a:cubicBezTo>
                  <a:lnTo>
                    <a:pt x="52479" y="328276"/>
                  </a:lnTo>
                  <a:cubicBezTo>
                    <a:pt x="23496" y="328276"/>
                    <a:pt x="0" y="304780"/>
                    <a:pt x="0" y="275796"/>
                  </a:cubicBezTo>
                  <a:lnTo>
                    <a:pt x="0" y="52479"/>
                  </a:lnTo>
                  <a:cubicBezTo>
                    <a:pt x="0" y="23496"/>
                    <a:pt x="23496" y="0"/>
                    <a:pt x="52479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81541" cy="37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Duplicate or incorrect data.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9217" y="7660833"/>
            <a:ext cx="7483982" cy="1246422"/>
            <a:chOff x="0" y="0"/>
            <a:chExt cx="1971090" cy="3282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71090" cy="328276"/>
            </a:xfrm>
            <a:custGeom>
              <a:avLst/>
              <a:gdLst/>
              <a:ahLst/>
              <a:cxnLst/>
              <a:rect r="r" b="b" t="t" l="l"/>
              <a:pathLst>
                <a:path h="328276" w="1971090">
                  <a:moveTo>
                    <a:pt x="52758" y="0"/>
                  </a:moveTo>
                  <a:lnTo>
                    <a:pt x="1918332" y="0"/>
                  </a:lnTo>
                  <a:cubicBezTo>
                    <a:pt x="1932324" y="0"/>
                    <a:pt x="1945744" y="5558"/>
                    <a:pt x="1955638" y="15452"/>
                  </a:cubicBezTo>
                  <a:cubicBezTo>
                    <a:pt x="1965532" y="25346"/>
                    <a:pt x="1971090" y="38766"/>
                    <a:pt x="1971090" y="52758"/>
                  </a:cubicBezTo>
                  <a:lnTo>
                    <a:pt x="1971090" y="275518"/>
                  </a:lnTo>
                  <a:cubicBezTo>
                    <a:pt x="1971090" y="304655"/>
                    <a:pt x="1947470" y="328276"/>
                    <a:pt x="1918332" y="328276"/>
                  </a:cubicBezTo>
                  <a:lnTo>
                    <a:pt x="52758" y="328276"/>
                  </a:lnTo>
                  <a:cubicBezTo>
                    <a:pt x="23620" y="328276"/>
                    <a:pt x="0" y="304655"/>
                    <a:pt x="0" y="275518"/>
                  </a:cubicBezTo>
                  <a:lnTo>
                    <a:pt x="0" y="52758"/>
                  </a:lnTo>
                  <a:cubicBezTo>
                    <a:pt x="0" y="23620"/>
                    <a:pt x="23620" y="0"/>
                    <a:pt x="5275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71090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Difficulty managing reservations.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67390" y="2950920"/>
            <a:ext cx="7151553" cy="1246422"/>
            <a:chOff x="0" y="0"/>
            <a:chExt cx="1883537" cy="3282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83537" cy="328276"/>
            </a:xfrm>
            <a:custGeom>
              <a:avLst/>
              <a:gdLst/>
              <a:ahLst/>
              <a:cxnLst/>
              <a:rect r="r" b="b" t="t" l="l"/>
              <a:pathLst>
                <a:path h="328276" w="1883537">
                  <a:moveTo>
                    <a:pt x="55210" y="0"/>
                  </a:moveTo>
                  <a:lnTo>
                    <a:pt x="1828327" y="0"/>
                  </a:lnTo>
                  <a:cubicBezTo>
                    <a:pt x="1842969" y="0"/>
                    <a:pt x="1857012" y="5817"/>
                    <a:pt x="1867366" y="16171"/>
                  </a:cubicBezTo>
                  <a:cubicBezTo>
                    <a:pt x="1877720" y="26525"/>
                    <a:pt x="1883537" y="40567"/>
                    <a:pt x="1883537" y="55210"/>
                  </a:cubicBezTo>
                  <a:lnTo>
                    <a:pt x="1883537" y="273066"/>
                  </a:lnTo>
                  <a:cubicBezTo>
                    <a:pt x="1883537" y="287708"/>
                    <a:pt x="1877720" y="301751"/>
                    <a:pt x="1867366" y="312105"/>
                  </a:cubicBezTo>
                  <a:cubicBezTo>
                    <a:pt x="1857012" y="322459"/>
                    <a:pt x="1842969" y="328276"/>
                    <a:pt x="1828327" y="328276"/>
                  </a:cubicBezTo>
                  <a:lnTo>
                    <a:pt x="55210" y="328276"/>
                  </a:lnTo>
                  <a:cubicBezTo>
                    <a:pt x="40567" y="328276"/>
                    <a:pt x="26525" y="322459"/>
                    <a:pt x="16171" y="312105"/>
                  </a:cubicBezTo>
                  <a:cubicBezTo>
                    <a:pt x="5817" y="301751"/>
                    <a:pt x="0" y="287708"/>
                    <a:pt x="0" y="273066"/>
                  </a:cubicBezTo>
                  <a:lnTo>
                    <a:pt x="0" y="55210"/>
                  </a:lnTo>
                  <a:cubicBezTo>
                    <a:pt x="0" y="40567"/>
                    <a:pt x="5817" y="26525"/>
                    <a:pt x="16171" y="16171"/>
                  </a:cubicBezTo>
                  <a:cubicBezTo>
                    <a:pt x="26525" y="5817"/>
                    <a:pt x="40567" y="0"/>
                    <a:pt x="5521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83537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Difficult to track rental and return dates.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6280" y="4520289"/>
            <a:ext cx="7151553" cy="1246422"/>
            <a:chOff x="0" y="0"/>
            <a:chExt cx="1883537" cy="3282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83537" cy="328276"/>
            </a:xfrm>
            <a:custGeom>
              <a:avLst/>
              <a:gdLst/>
              <a:ahLst/>
              <a:cxnLst/>
              <a:rect r="r" b="b" t="t" l="l"/>
              <a:pathLst>
                <a:path h="328276" w="1883537">
                  <a:moveTo>
                    <a:pt x="55210" y="0"/>
                  </a:moveTo>
                  <a:lnTo>
                    <a:pt x="1828327" y="0"/>
                  </a:lnTo>
                  <a:cubicBezTo>
                    <a:pt x="1842969" y="0"/>
                    <a:pt x="1857012" y="5817"/>
                    <a:pt x="1867366" y="16171"/>
                  </a:cubicBezTo>
                  <a:cubicBezTo>
                    <a:pt x="1877720" y="26525"/>
                    <a:pt x="1883537" y="40567"/>
                    <a:pt x="1883537" y="55210"/>
                  </a:cubicBezTo>
                  <a:lnTo>
                    <a:pt x="1883537" y="273066"/>
                  </a:lnTo>
                  <a:cubicBezTo>
                    <a:pt x="1883537" y="287708"/>
                    <a:pt x="1877720" y="301751"/>
                    <a:pt x="1867366" y="312105"/>
                  </a:cubicBezTo>
                  <a:cubicBezTo>
                    <a:pt x="1857012" y="322459"/>
                    <a:pt x="1842969" y="328276"/>
                    <a:pt x="1828327" y="328276"/>
                  </a:cubicBezTo>
                  <a:lnTo>
                    <a:pt x="55210" y="328276"/>
                  </a:lnTo>
                  <a:cubicBezTo>
                    <a:pt x="40567" y="328276"/>
                    <a:pt x="26525" y="322459"/>
                    <a:pt x="16171" y="312105"/>
                  </a:cubicBezTo>
                  <a:cubicBezTo>
                    <a:pt x="5817" y="301751"/>
                    <a:pt x="0" y="287708"/>
                    <a:pt x="0" y="273066"/>
                  </a:cubicBezTo>
                  <a:lnTo>
                    <a:pt x="0" y="55210"/>
                  </a:lnTo>
                  <a:cubicBezTo>
                    <a:pt x="0" y="40567"/>
                    <a:pt x="5817" y="26525"/>
                    <a:pt x="16171" y="16171"/>
                  </a:cubicBezTo>
                  <a:cubicBezTo>
                    <a:pt x="26525" y="5817"/>
                    <a:pt x="40567" y="0"/>
                    <a:pt x="5521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883537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Payment records are difficult to maintain.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6280" y="6090561"/>
            <a:ext cx="7151553" cy="1246422"/>
            <a:chOff x="0" y="0"/>
            <a:chExt cx="1883537" cy="3282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83537" cy="328276"/>
            </a:xfrm>
            <a:custGeom>
              <a:avLst/>
              <a:gdLst/>
              <a:ahLst/>
              <a:cxnLst/>
              <a:rect r="r" b="b" t="t" l="l"/>
              <a:pathLst>
                <a:path h="328276" w="1883537">
                  <a:moveTo>
                    <a:pt x="55210" y="0"/>
                  </a:moveTo>
                  <a:lnTo>
                    <a:pt x="1828327" y="0"/>
                  </a:lnTo>
                  <a:cubicBezTo>
                    <a:pt x="1842969" y="0"/>
                    <a:pt x="1857012" y="5817"/>
                    <a:pt x="1867366" y="16171"/>
                  </a:cubicBezTo>
                  <a:cubicBezTo>
                    <a:pt x="1877720" y="26525"/>
                    <a:pt x="1883537" y="40567"/>
                    <a:pt x="1883537" y="55210"/>
                  </a:cubicBezTo>
                  <a:lnTo>
                    <a:pt x="1883537" y="273066"/>
                  </a:lnTo>
                  <a:cubicBezTo>
                    <a:pt x="1883537" y="287708"/>
                    <a:pt x="1877720" y="301751"/>
                    <a:pt x="1867366" y="312105"/>
                  </a:cubicBezTo>
                  <a:cubicBezTo>
                    <a:pt x="1857012" y="322459"/>
                    <a:pt x="1842969" y="328276"/>
                    <a:pt x="1828327" y="328276"/>
                  </a:cubicBezTo>
                  <a:lnTo>
                    <a:pt x="55210" y="328276"/>
                  </a:lnTo>
                  <a:cubicBezTo>
                    <a:pt x="40567" y="328276"/>
                    <a:pt x="26525" y="322459"/>
                    <a:pt x="16171" y="312105"/>
                  </a:cubicBezTo>
                  <a:cubicBezTo>
                    <a:pt x="5817" y="301751"/>
                    <a:pt x="0" y="287708"/>
                    <a:pt x="0" y="273066"/>
                  </a:cubicBezTo>
                  <a:lnTo>
                    <a:pt x="0" y="55210"/>
                  </a:lnTo>
                  <a:cubicBezTo>
                    <a:pt x="0" y="40567"/>
                    <a:pt x="5817" y="26525"/>
                    <a:pt x="16171" y="16171"/>
                  </a:cubicBezTo>
                  <a:cubicBezTo>
                    <a:pt x="26525" y="5817"/>
                    <a:pt x="40567" y="0"/>
                    <a:pt x="5521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83537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Difficult to identify overdue returns.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67390" y="7660833"/>
            <a:ext cx="7151553" cy="1246422"/>
            <a:chOff x="0" y="0"/>
            <a:chExt cx="1883537" cy="3282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83537" cy="328276"/>
            </a:xfrm>
            <a:custGeom>
              <a:avLst/>
              <a:gdLst/>
              <a:ahLst/>
              <a:cxnLst/>
              <a:rect r="r" b="b" t="t" l="l"/>
              <a:pathLst>
                <a:path h="328276" w="1883537">
                  <a:moveTo>
                    <a:pt x="55210" y="0"/>
                  </a:moveTo>
                  <a:lnTo>
                    <a:pt x="1828327" y="0"/>
                  </a:lnTo>
                  <a:cubicBezTo>
                    <a:pt x="1842969" y="0"/>
                    <a:pt x="1857012" y="5817"/>
                    <a:pt x="1867366" y="16171"/>
                  </a:cubicBezTo>
                  <a:cubicBezTo>
                    <a:pt x="1877720" y="26525"/>
                    <a:pt x="1883537" y="40567"/>
                    <a:pt x="1883537" y="55210"/>
                  </a:cubicBezTo>
                  <a:lnTo>
                    <a:pt x="1883537" y="273066"/>
                  </a:lnTo>
                  <a:cubicBezTo>
                    <a:pt x="1883537" y="287708"/>
                    <a:pt x="1877720" y="301751"/>
                    <a:pt x="1867366" y="312105"/>
                  </a:cubicBezTo>
                  <a:cubicBezTo>
                    <a:pt x="1857012" y="322459"/>
                    <a:pt x="1842969" y="328276"/>
                    <a:pt x="1828327" y="328276"/>
                  </a:cubicBezTo>
                  <a:lnTo>
                    <a:pt x="55210" y="328276"/>
                  </a:lnTo>
                  <a:cubicBezTo>
                    <a:pt x="40567" y="328276"/>
                    <a:pt x="26525" y="322459"/>
                    <a:pt x="16171" y="312105"/>
                  </a:cubicBezTo>
                  <a:cubicBezTo>
                    <a:pt x="5817" y="301751"/>
                    <a:pt x="0" y="287708"/>
                    <a:pt x="0" y="273066"/>
                  </a:cubicBezTo>
                  <a:lnTo>
                    <a:pt x="0" y="55210"/>
                  </a:lnTo>
                  <a:cubicBezTo>
                    <a:pt x="0" y="40567"/>
                    <a:pt x="5817" y="26525"/>
                    <a:pt x="16171" y="16171"/>
                  </a:cubicBezTo>
                  <a:cubicBezTo>
                    <a:pt x="26525" y="5817"/>
                    <a:pt x="40567" y="0"/>
                    <a:pt x="5521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83537" cy="366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Manual work can cause errors and consume time.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650149" y="1987759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PROBLEMS IN MANUAL CAR RENTAL 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96727" y="1122465"/>
            <a:ext cx="8537178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87469" y="2557602"/>
            <a:ext cx="14316486" cy="69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 customer and vehicle information efficiently.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 car reservations and check vehicle availability.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Track rentals and vehicle returns accurately.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 payment and rental records in the database.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 data errors and duplication using an organized relational database.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5318435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5"/>
                </a:lnTo>
                <a:lnTo>
                  <a:pt x="4518707" y="3939865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90007" y="4897540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5"/>
                </a:lnTo>
                <a:lnTo>
                  <a:pt x="0" y="3939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0389" y="2731413"/>
            <a:ext cx="2586767" cy="1348527"/>
            <a:chOff x="0" y="0"/>
            <a:chExt cx="681288" cy="3551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1288" cy="355168"/>
            </a:xfrm>
            <a:custGeom>
              <a:avLst/>
              <a:gdLst/>
              <a:ahLst/>
              <a:cxnLst/>
              <a:rect r="r" b="b" t="t" l="l"/>
              <a:pathLst>
                <a:path h="355168" w="681288">
                  <a:moveTo>
                    <a:pt x="152638" y="0"/>
                  </a:moveTo>
                  <a:lnTo>
                    <a:pt x="528651" y="0"/>
                  </a:lnTo>
                  <a:cubicBezTo>
                    <a:pt x="612950" y="0"/>
                    <a:pt x="681288" y="68338"/>
                    <a:pt x="681288" y="152638"/>
                  </a:cubicBezTo>
                  <a:lnTo>
                    <a:pt x="681288" y="202530"/>
                  </a:lnTo>
                  <a:cubicBezTo>
                    <a:pt x="681288" y="286830"/>
                    <a:pt x="612950" y="355168"/>
                    <a:pt x="528651" y="355168"/>
                  </a:cubicBezTo>
                  <a:lnTo>
                    <a:pt x="152638" y="355168"/>
                  </a:lnTo>
                  <a:cubicBezTo>
                    <a:pt x="68338" y="355168"/>
                    <a:pt x="0" y="286830"/>
                    <a:pt x="0" y="202530"/>
                  </a:cubicBezTo>
                  <a:lnTo>
                    <a:pt x="0" y="152638"/>
                  </a:lnTo>
                  <a:cubicBezTo>
                    <a:pt x="0" y="68338"/>
                    <a:pt x="68338" y="0"/>
                    <a:pt x="15263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81288" cy="41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89606" y="2731413"/>
            <a:ext cx="2586767" cy="1323001"/>
            <a:chOff x="0" y="0"/>
            <a:chExt cx="681288" cy="348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1288" cy="348445"/>
            </a:xfrm>
            <a:custGeom>
              <a:avLst/>
              <a:gdLst/>
              <a:ahLst/>
              <a:cxnLst/>
              <a:rect r="r" b="b" t="t" l="l"/>
              <a:pathLst>
                <a:path h="348445" w="681288">
                  <a:moveTo>
                    <a:pt x="152638" y="0"/>
                  </a:moveTo>
                  <a:lnTo>
                    <a:pt x="528651" y="0"/>
                  </a:lnTo>
                  <a:cubicBezTo>
                    <a:pt x="612950" y="0"/>
                    <a:pt x="681288" y="68338"/>
                    <a:pt x="681288" y="152638"/>
                  </a:cubicBezTo>
                  <a:lnTo>
                    <a:pt x="681288" y="195807"/>
                  </a:lnTo>
                  <a:cubicBezTo>
                    <a:pt x="681288" y="280107"/>
                    <a:pt x="612950" y="348445"/>
                    <a:pt x="528651" y="348445"/>
                  </a:cubicBezTo>
                  <a:lnTo>
                    <a:pt x="152638" y="348445"/>
                  </a:lnTo>
                  <a:cubicBezTo>
                    <a:pt x="68338" y="348445"/>
                    <a:pt x="0" y="280107"/>
                    <a:pt x="0" y="195807"/>
                  </a:cubicBezTo>
                  <a:lnTo>
                    <a:pt x="0" y="152638"/>
                  </a:lnTo>
                  <a:cubicBezTo>
                    <a:pt x="0" y="68338"/>
                    <a:pt x="68338" y="0"/>
                    <a:pt x="15263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81288" cy="405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Reservation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32047" y="2705887"/>
            <a:ext cx="2561240" cy="1348527"/>
            <a:chOff x="0" y="0"/>
            <a:chExt cx="674565" cy="355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4565" cy="355168"/>
            </a:xfrm>
            <a:custGeom>
              <a:avLst/>
              <a:gdLst/>
              <a:ahLst/>
              <a:cxnLst/>
              <a:rect r="r" b="b" t="t" l="l"/>
              <a:pathLst>
                <a:path h="355168" w="674565">
                  <a:moveTo>
                    <a:pt x="154159" y="0"/>
                  </a:moveTo>
                  <a:lnTo>
                    <a:pt x="520407" y="0"/>
                  </a:lnTo>
                  <a:cubicBezTo>
                    <a:pt x="605546" y="0"/>
                    <a:pt x="674565" y="69019"/>
                    <a:pt x="674565" y="154159"/>
                  </a:cubicBezTo>
                  <a:lnTo>
                    <a:pt x="674565" y="201009"/>
                  </a:lnTo>
                  <a:cubicBezTo>
                    <a:pt x="674565" y="286148"/>
                    <a:pt x="605546" y="355168"/>
                    <a:pt x="520407" y="355168"/>
                  </a:cubicBezTo>
                  <a:lnTo>
                    <a:pt x="154159" y="355168"/>
                  </a:lnTo>
                  <a:cubicBezTo>
                    <a:pt x="69019" y="355168"/>
                    <a:pt x="0" y="286148"/>
                    <a:pt x="0" y="201009"/>
                  </a:cubicBezTo>
                  <a:lnTo>
                    <a:pt x="0" y="154159"/>
                  </a:lnTo>
                  <a:cubicBezTo>
                    <a:pt x="0" y="69019"/>
                    <a:pt x="69019" y="0"/>
                    <a:pt x="154159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74565" cy="41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Vehicle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16394" y="2705887"/>
            <a:ext cx="2484661" cy="1348527"/>
            <a:chOff x="0" y="0"/>
            <a:chExt cx="654396" cy="355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4396" cy="355168"/>
            </a:xfrm>
            <a:custGeom>
              <a:avLst/>
              <a:gdLst/>
              <a:ahLst/>
              <a:cxnLst/>
              <a:rect r="r" b="b" t="t" l="l"/>
              <a:pathLst>
                <a:path h="355168" w="654396">
                  <a:moveTo>
                    <a:pt x="158910" y="0"/>
                  </a:moveTo>
                  <a:lnTo>
                    <a:pt x="495486" y="0"/>
                  </a:lnTo>
                  <a:cubicBezTo>
                    <a:pt x="537632" y="0"/>
                    <a:pt x="578051" y="16742"/>
                    <a:pt x="607853" y="46544"/>
                  </a:cubicBezTo>
                  <a:cubicBezTo>
                    <a:pt x="637654" y="76345"/>
                    <a:pt x="654396" y="116765"/>
                    <a:pt x="654396" y="158910"/>
                  </a:cubicBezTo>
                  <a:lnTo>
                    <a:pt x="654396" y="196258"/>
                  </a:lnTo>
                  <a:cubicBezTo>
                    <a:pt x="654396" y="238403"/>
                    <a:pt x="637654" y="278823"/>
                    <a:pt x="607853" y="308624"/>
                  </a:cubicBezTo>
                  <a:cubicBezTo>
                    <a:pt x="578051" y="338425"/>
                    <a:pt x="537632" y="355168"/>
                    <a:pt x="495486" y="355168"/>
                  </a:cubicBezTo>
                  <a:lnTo>
                    <a:pt x="158910" y="355168"/>
                  </a:lnTo>
                  <a:cubicBezTo>
                    <a:pt x="116765" y="355168"/>
                    <a:pt x="76345" y="338425"/>
                    <a:pt x="46544" y="308624"/>
                  </a:cubicBezTo>
                  <a:cubicBezTo>
                    <a:pt x="16742" y="278823"/>
                    <a:pt x="0" y="238403"/>
                    <a:pt x="0" y="196258"/>
                  </a:cubicBezTo>
                  <a:lnTo>
                    <a:pt x="0" y="158910"/>
                  </a:lnTo>
                  <a:cubicBezTo>
                    <a:pt x="0" y="116765"/>
                    <a:pt x="16742" y="76345"/>
                    <a:pt x="46544" y="46544"/>
                  </a:cubicBezTo>
                  <a:cubicBezTo>
                    <a:pt x="76345" y="16742"/>
                    <a:pt x="116765" y="0"/>
                    <a:pt x="15891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4396" cy="41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Rental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53505" y="2731413"/>
            <a:ext cx="2586767" cy="1271949"/>
            <a:chOff x="0" y="0"/>
            <a:chExt cx="681288" cy="3349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1288" cy="334999"/>
            </a:xfrm>
            <a:custGeom>
              <a:avLst/>
              <a:gdLst/>
              <a:ahLst/>
              <a:cxnLst/>
              <a:rect r="r" b="b" t="t" l="l"/>
              <a:pathLst>
                <a:path h="334999" w="681288">
                  <a:moveTo>
                    <a:pt x="152638" y="0"/>
                  </a:moveTo>
                  <a:lnTo>
                    <a:pt x="528651" y="0"/>
                  </a:lnTo>
                  <a:cubicBezTo>
                    <a:pt x="612950" y="0"/>
                    <a:pt x="681288" y="68338"/>
                    <a:pt x="681288" y="152638"/>
                  </a:cubicBezTo>
                  <a:lnTo>
                    <a:pt x="681288" y="182361"/>
                  </a:lnTo>
                  <a:cubicBezTo>
                    <a:pt x="681288" y="266661"/>
                    <a:pt x="612950" y="334999"/>
                    <a:pt x="528651" y="334999"/>
                  </a:cubicBezTo>
                  <a:lnTo>
                    <a:pt x="152638" y="334999"/>
                  </a:lnTo>
                  <a:cubicBezTo>
                    <a:pt x="68338" y="334999"/>
                    <a:pt x="0" y="266661"/>
                    <a:pt x="0" y="182361"/>
                  </a:cubicBezTo>
                  <a:lnTo>
                    <a:pt x="0" y="152638"/>
                  </a:lnTo>
                  <a:cubicBezTo>
                    <a:pt x="0" y="68338"/>
                    <a:pt x="68338" y="0"/>
                    <a:pt x="15263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81288" cy="382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Vehicle Return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92722" y="2795229"/>
            <a:ext cx="2317187" cy="1169843"/>
            <a:chOff x="0" y="0"/>
            <a:chExt cx="610288" cy="3081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0288" cy="308107"/>
            </a:xfrm>
            <a:custGeom>
              <a:avLst/>
              <a:gdLst/>
              <a:ahLst/>
              <a:cxnLst/>
              <a:rect r="r" b="b" t="t" l="l"/>
              <a:pathLst>
                <a:path h="308107" w="610288">
                  <a:moveTo>
                    <a:pt x="154053" y="0"/>
                  </a:moveTo>
                  <a:lnTo>
                    <a:pt x="456235" y="0"/>
                  </a:lnTo>
                  <a:cubicBezTo>
                    <a:pt x="497092" y="0"/>
                    <a:pt x="536276" y="16231"/>
                    <a:pt x="565167" y="45121"/>
                  </a:cubicBezTo>
                  <a:cubicBezTo>
                    <a:pt x="594057" y="74012"/>
                    <a:pt x="610288" y="113196"/>
                    <a:pt x="610288" y="154053"/>
                  </a:cubicBezTo>
                  <a:lnTo>
                    <a:pt x="610288" y="154053"/>
                  </a:lnTo>
                  <a:cubicBezTo>
                    <a:pt x="610288" y="194911"/>
                    <a:pt x="594057" y="234095"/>
                    <a:pt x="565167" y="262986"/>
                  </a:cubicBezTo>
                  <a:cubicBezTo>
                    <a:pt x="536276" y="291876"/>
                    <a:pt x="497092" y="308107"/>
                    <a:pt x="456235" y="308107"/>
                  </a:cubicBezTo>
                  <a:lnTo>
                    <a:pt x="154053" y="308107"/>
                  </a:lnTo>
                  <a:cubicBezTo>
                    <a:pt x="113196" y="308107"/>
                    <a:pt x="74012" y="291876"/>
                    <a:pt x="45121" y="262986"/>
                  </a:cubicBezTo>
                  <a:cubicBezTo>
                    <a:pt x="16231" y="234095"/>
                    <a:pt x="0" y="194911"/>
                    <a:pt x="0" y="154053"/>
                  </a:cubicBezTo>
                  <a:lnTo>
                    <a:pt x="0" y="154053"/>
                  </a:lnTo>
                  <a:cubicBezTo>
                    <a:pt x="0" y="113196"/>
                    <a:pt x="16231" y="74012"/>
                    <a:pt x="45121" y="45121"/>
                  </a:cubicBezTo>
                  <a:cubicBezTo>
                    <a:pt x="74012" y="16231"/>
                    <a:pt x="113196" y="0"/>
                    <a:pt x="154053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10288" cy="36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Payment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03428" y="5538614"/>
            <a:ext cx="7612965" cy="3499508"/>
            <a:chOff x="0" y="0"/>
            <a:chExt cx="14173200" cy="6515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78270" cy="6518217"/>
            </a:xfrm>
            <a:custGeom>
              <a:avLst/>
              <a:gdLst/>
              <a:ahLst/>
              <a:cxnLst/>
              <a:rect r="r" b="b" t="t" l="l"/>
              <a:pathLst>
                <a:path h="6518217" w="14178270">
                  <a:moveTo>
                    <a:pt x="90725" y="2236398"/>
                  </a:moveTo>
                  <a:lnTo>
                    <a:pt x="75120" y="3157088"/>
                  </a:lnTo>
                  <a:cubicBezTo>
                    <a:pt x="74414" y="3198741"/>
                    <a:pt x="83064" y="3284215"/>
                    <a:pt x="92102" y="3324882"/>
                  </a:cubicBezTo>
                  <a:lnTo>
                    <a:pt x="101312" y="3366328"/>
                  </a:lnTo>
                  <a:cubicBezTo>
                    <a:pt x="106432" y="3389366"/>
                    <a:pt x="121836" y="3422858"/>
                    <a:pt x="135997" y="3441740"/>
                  </a:cubicBezTo>
                  <a:lnTo>
                    <a:pt x="150890" y="3461597"/>
                  </a:lnTo>
                  <a:cubicBezTo>
                    <a:pt x="159929" y="3473648"/>
                    <a:pt x="166248" y="3491202"/>
                    <a:pt x="166964" y="3506249"/>
                  </a:cubicBezTo>
                  <a:lnTo>
                    <a:pt x="181144" y="3804036"/>
                  </a:lnTo>
                  <a:cubicBezTo>
                    <a:pt x="183074" y="3844573"/>
                    <a:pt x="166181" y="3883730"/>
                    <a:pt x="135369" y="3910142"/>
                  </a:cubicBezTo>
                  <a:lnTo>
                    <a:pt x="86534" y="3952000"/>
                  </a:lnTo>
                  <a:cubicBezTo>
                    <a:pt x="69418" y="3966671"/>
                    <a:pt x="46923" y="3995484"/>
                    <a:pt x="36840" y="4015646"/>
                  </a:cubicBezTo>
                  <a:lnTo>
                    <a:pt x="27630" y="4034067"/>
                  </a:lnTo>
                  <a:cubicBezTo>
                    <a:pt x="22645" y="4044038"/>
                    <a:pt x="17636" y="4061901"/>
                    <a:pt x="16711" y="4073011"/>
                  </a:cubicBezTo>
                  <a:lnTo>
                    <a:pt x="8355" y="4173271"/>
                  </a:lnTo>
                  <a:cubicBezTo>
                    <a:pt x="4218" y="4222923"/>
                    <a:pt x="8349" y="4323626"/>
                    <a:pt x="16540" y="4372771"/>
                  </a:cubicBezTo>
                  <a:lnTo>
                    <a:pt x="40349" y="4515624"/>
                  </a:lnTo>
                  <a:cubicBezTo>
                    <a:pt x="47760" y="4560089"/>
                    <a:pt x="73793" y="4646798"/>
                    <a:pt x="92102" y="4687990"/>
                  </a:cubicBezTo>
                  <a:lnTo>
                    <a:pt x="110522" y="4729437"/>
                  </a:lnTo>
                  <a:cubicBezTo>
                    <a:pt x="120411" y="4751689"/>
                    <a:pt x="143796" y="4785736"/>
                    <a:pt x="161013" y="4802953"/>
                  </a:cubicBezTo>
                  <a:lnTo>
                    <a:pt x="237080" y="4879020"/>
                  </a:lnTo>
                  <a:cubicBezTo>
                    <a:pt x="279408" y="4921348"/>
                    <a:pt x="357822" y="4971840"/>
                    <a:pt x="413871" y="4992859"/>
                  </a:cubicBezTo>
                  <a:lnTo>
                    <a:pt x="510873" y="5029234"/>
                  </a:lnTo>
                  <a:cubicBezTo>
                    <a:pt x="561953" y="5048390"/>
                    <a:pt x="656904" y="5066675"/>
                    <a:pt x="711445" y="5067860"/>
                  </a:cubicBezTo>
                  <a:lnTo>
                    <a:pt x="1373772" y="5082259"/>
                  </a:lnTo>
                  <a:cubicBezTo>
                    <a:pt x="1420550" y="5083276"/>
                    <a:pt x="1459512" y="5118432"/>
                    <a:pt x="1465315" y="5164860"/>
                  </a:cubicBezTo>
                  <a:lnTo>
                    <a:pt x="1475419" y="5245689"/>
                  </a:lnTo>
                  <a:cubicBezTo>
                    <a:pt x="1483073" y="5306920"/>
                    <a:pt x="1511940" y="5448366"/>
                    <a:pt x="1528893" y="5507699"/>
                  </a:cubicBezTo>
                  <a:lnTo>
                    <a:pt x="1547313" y="5572170"/>
                  </a:lnTo>
                  <a:cubicBezTo>
                    <a:pt x="1556423" y="5604055"/>
                    <a:pt x="1582713" y="5665970"/>
                    <a:pt x="1599329" y="5694670"/>
                  </a:cubicBezTo>
                  <a:lnTo>
                    <a:pt x="1690045" y="5851361"/>
                  </a:lnTo>
                  <a:cubicBezTo>
                    <a:pt x="1729176" y="5918951"/>
                    <a:pt x="1823655" y="6041926"/>
                    <a:pt x="1878880" y="6097152"/>
                  </a:cubicBezTo>
                  <a:lnTo>
                    <a:pt x="1934141" y="6152412"/>
                  </a:lnTo>
                  <a:cubicBezTo>
                    <a:pt x="1960004" y="6178274"/>
                    <a:pt x="2023464" y="6231517"/>
                    <a:pt x="2053426" y="6252491"/>
                  </a:cubicBezTo>
                  <a:lnTo>
                    <a:pt x="2113516" y="6294553"/>
                  </a:lnTo>
                  <a:cubicBezTo>
                    <a:pt x="2143355" y="6315439"/>
                    <a:pt x="2208183" y="6349582"/>
                    <a:pt x="2242285" y="6362371"/>
                  </a:cubicBezTo>
                  <a:lnTo>
                    <a:pt x="2451618" y="6440871"/>
                  </a:lnTo>
                  <a:cubicBezTo>
                    <a:pt x="2536265" y="6472613"/>
                    <a:pt x="2700412" y="6506859"/>
                    <a:pt x="2790690" y="6511610"/>
                  </a:cubicBezTo>
                  <a:lnTo>
                    <a:pt x="2878187" y="6516215"/>
                  </a:lnTo>
                  <a:cubicBezTo>
                    <a:pt x="2921570" y="6518498"/>
                    <a:pt x="3008999" y="6512158"/>
                    <a:pt x="3051600" y="6503637"/>
                  </a:cubicBezTo>
                  <a:lnTo>
                    <a:pt x="3146795" y="6484598"/>
                  </a:lnTo>
                  <a:cubicBezTo>
                    <a:pt x="3192513" y="6475454"/>
                    <a:pt x="3288367" y="6445683"/>
                    <a:pt x="3331220" y="6427318"/>
                  </a:cubicBezTo>
                  <a:lnTo>
                    <a:pt x="3415548" y="6391177"/>
                  </a:lnTo>
                  <a:cubicBezTo>
                    <a:pt x="3455832" y="6373913"/>
                    <a:pt x="3539273" y="6327761"/>
                    <a:pt x="3575308" y="6302815"/>
                  </a:cubicBezTo>
                  <a:lnTo>
                    <a:pt x="3657324" y="6246034"/>
                  </a:lnTo>
                  <a:cubicBezTo>
                    <a:pt x="3697761" y="6218039"/>
                    <a:pt x="3772800" y="6151333"/>
                    <a:pt x="3805339" y="6114454"/>
                  </a:cubicBezTo>
                  <a:lnTo>
                    <a:pt x="3933891" y="5968762"/>
                  </a:lnTo>
                  <a:cubicBezTo>
                    <a:pt x="3974705" y="5922507"/>
                    <a:pt x="4043321" y="5820759"/>
                    <a:pt x="4070908" y="5765584"/>
                  </a:cubicBezTo>
                  <a:lnTo>
                    <a:pt x="4098538" y="5710323"/>
                  </a:lnTo>
                  <a:cubicBezTo>
                    <a:pt x="4111370" y="5684660"/>
                    <a:pt x="4135901" y="5623433"/>
                    <a:pt x="4144339" y="5596010"/>
                  </a:cubicBezTo>
                  <a:lnTo>
                    <a:pt x="4172095" y="5505803"/>
                  </a:lnTo>
                  <a:cubicBezTo>
                    <a:pt x="4185675" y="5461669"/>
                    <a:pt x="4203057" y="5367499"/>
                    <a:pt x="4206128" y="5321426"/>
                  </a:cubicBezTo>
                  <a:lnTo>
                    <a:pt x="4216041" y="5172743"/>
                  </a:lnTo>
                  <a:cubicBezTo>
                    <a:pt x="4217379" y="5152675"/>
                    <a:pt x="4231168" y="5135606"/>
                    <a:pt x="4250506" y="5130081"/>
                  </a:cubicBezTo>
                  <a:lnTo>
                    <a:pt x="4282742" y="5120870"/>
                  </a:lnTo>
                  <a:cubicBezTo>
                    <a:pt x="4315366" y="5111549"/>
                    <a:pt x="4380335" y="5102450"/>
                    <a:pt x="4414265" y="5102450"/>
                  </a:cubicBezTo>
                  <a:lnTo>
                    <a:pt x="9600464" y="5102450"/>
                  </a:lnTo>
                  <a:cubicBezTo>
                    <a:pt x="9651427" y="5102450"/>
                    <a:pt x="9694721" y="5139734"/>
                    <a:pt x="9702281" y="5190133"/>
                  </a:cubicBezTo>
                  <a:lnTo>
                    <a:pt x="9724079" y="5335453"/>
                  </a:lnTo>
                  <a:cubicBezTo>
                    <a:pt x="9733732" y="5399809"/>
                    <a:pt x="9768553" y="5538516"/>
                    <a:pt x="9790440" y="5599801"/>
                  </a:cubicBezTo>
                  <a:lnTo>
                    <a:pt x="9813467" y="5664272"/>
                  </a:lnTo>
                  <a:cubicBezTo>
                    <a:pt x="9824701" y="5695729"/>
                    <a:pt x="9855449" y="5758232"/>
                    <a:pt x="9873512" y="5786331"/>
                  </a:cubicBezTo>
                  <a:lnTo>
                    <a:pt x="9937893" y="5886479"/>
                  </a:lnTo>
                  <a:cubicBezTo>
                    <a:pt x="9968969" y="5934820"/>
                    <a:pt x="10045827" y="6030180"/>
                    <a:pt x="10086462" y="6070816"/>
                  </a:cubicBezTo>
                  <a:lnTo>
                    <a:pt x="10185718" y="6170070"/>
                  </a:lnTo>
                  <a:cubicBezTo>
                    <a:pt x="10211735" y="6196087"/>
                    <a:pt x="10276271" y="6250760"/>
                    <a:pt x="10306211" y="6272145"/>
                  </a:cubicBezTo>
                  <a:lnTo>
                    <a:pt x="10338448" y="6295170"/>
                  </a:lnTo>
                  <a:cubicBezTo>
                    <a:pt x="10354023" y="6306295"/>
                    <a:pt x="10389501" y="6326261"/>
                    <a:pt x="10407095" y="6333801"/>
                  </a:cubicBezTo>
                  <a:lnTo>
                    <a:pt x="10654524" y="6439842"/>
                  </a:lnTo>
                  <a:cubicBezTo>
                    <a:pt x="10705206" y="6461563"/>
                    <a:pt x="10813645" y="6493335"/>
                    <a:pt x="10868034" y="6502400"/>
                  </a:cubicBezTo>
                  <a:lnTo>
                    <a:pt x="10923295" y="6511610"/>
                  </a:lnTo>
                  <a:cubicBezTo>
                    <a:pt x="10950044" y="6516067"/>
                    <a:pt x="11007423" y="6519301"/>
                    <a:pt x="11034503" y="6517877"/>
                  </a:cubicBezTo>
                  <a:lnTo>
                    <a:pt x="11181523" y="6510138"/>
                  </a:lnTo>
                  <a:cubicBezTo>
                    <a:pt x="11256852" y="6506173"/>
                    <a:pt x="11396012" y="6477866"/>
                    <a:pt x="11466904" y="6452088"/>
                  </a:cubicBezTo>
                  <a:lnTo>
                    <a:pt x="11600349" y="6403562"/>
                  </a:lnTo>
                  <a:cubicBezTo>
                    <a:pt x="11666842" y="6379383"/>
                    <a:pt x="11792365" y="6314487"/>
                    <a:pt x="11850538" y="6274213"/>
                  </a:cubicBezTo>
                  <a:lnTo>
                    <a:pt x="11911898" y="6231732"/>
                  </a:lnTo>
                  <a:cubicBezTo>
                    <a:pt x="11940733" y="6211771"/>
                    <a:pt x="12001229" y="6161282"/>
                    <a:pt x="12026029" y="6136482"/>
                  </a:cubicBezTo>
                  <a:lnTo>
                    <a:pt x="12082535" y="6079977"/>
                  </a:lnTo>
                  <a:cubicBezTo>
                    <a:pt x="12108979" y="6053531"/>
                    <a:pt x="12163421" y="5988641"/>
                    <a:pt x="12184868" y="5958003"/>
                  </a:cubicBezTo>
                  <a:lnTo>
                    <a:pt x="12226426" y="5898635"/>
                  </a:lnTo>
                  <a:cubicBezTo>
                    <a:pt x="12245932" y="5870769"/>
                    <a:pt x="12284099" y="5804351"/>
                    <a:pt x="12298352" y="5773467"/>
                  </a:cubicBezTo>
                  <a:lnTo>
                    <a:pt x="12338430" y="5686633"/>
                  </a:lnTo>
                  <a:cubicBezTo>
                    <a:pt x="12358191" y="5643818"/>
                    <a:pt x="12387661" y="5552194"/>
                    <a:pt x="12396567" y="5505886"/>
                  </a:cubicBezTo>
                  <a:lnTo>
                    <a:pt x="12453865" y="5207939"/>
                  </a:lnTo>
                  <a:cubicBezTo>
                    <a:pt x="12463617" y="5157227"/>
                    <a:pt x="12507628" y="5120325"/>
                    <a:pt x="12559264" y="5119566"/>
                  </a:cubicBezTo>
                  <a:lnTo>
                    <a:pt x="13591339" y="5104389"/>
                  </a:lnTo>
                  <a:cubicBezTo>
                    <a:pt x="13664332" y="5103316"/>
                    <a:pt x="13776647" y="5077780"/>
                    <a:pt x="13842927" y="5047188"/>
                  </a:cubicBezTo>
                  <a:lnTo>
                    <a:pt x="13902795" y="5019558"/>
                  </a:lnTo>
                  <a:cubicBezTo>
                    <a:pt x="13936810" y="5003859"/>
                    <a:pt x="13980447" y="4969695"/>
                    <a:pt x="14003849" y="4940441"/>
                  </a:cubicBezTo>
                  <a:lnTo>
                    <a:pt x="14073634" y="4853210"/>
                  </a:lnTo>
                  <a:cubicBezTo>
                    <a:pt x="14092997" y="4829007"/>
                    <a:pt x="14118644" y="4781865"/>
                    <a:pt x="14128445" y="4752462"/>
                  </a:cubicBezTo>
                  <a:lnTo>
                    <a:pt x="14137653" y="4724832"/>
                  </a:lnTo>
                  <a:cubicBezTo>
                    <a:pt x="14142143" y="4711365"/>
                    <a:pt x="14148281" y="4682337"/>
                    <a:pt x="14149626" y="4668208"/>
                  </a:cubicBezTo>
                  <a:lnTo>
                    <a:pt x="14175798" y="4393398"/>
                  </a:lnTo>
                  <a:cubicBezTo>
                    <a:pt x="14179590" y="4353584"/>
                    <a:pt x="14178913" y="4267232"/>
                    <a:pt x="14174496" y="4227481"/>
                  </a:cubicBezTo>
                  <a:lnTo>
                    <a:pt x="14169890" y="4186036"/>
                  </a:lnTo>
                  <a:cubicBezTo>
                    <a:pt x="14167574" y="4165187"/>
                    <a:pt x="14157589" y="4125346"/>
                    <a:pt x="14149798" y="4105871"/>
                  </a:cubicBezTo>
                  <a:lnTo>
                    <a:pt x="14139121" y="4079179"/>
                  </a:lnTo>
                  <a:cubicBezTo>
                    <a:pt x="14133075" y="4064065"/>
                    <a:pt x="14119175" y="4044146"/>
                    <a:pt x="14107077" y="4033256"/>
                  </a:cubicBezTo>
                  <a:lnTo>
                    <a:pt x="14002431" y="3939075"/>
                  </a:lnTo>
                  <a:cubicBezTo>
                    <a:pt x="13965391" y="3905740"/>
                    <a:pt x="13944240" y="3858249"/>
                    <a:pt x="13944240" y="3808417"/>
                  </a:cubicBezTo>
                  <a:lnTo>
                    <a:pt x="13944240" y="3730130"/>
                  </a:lnTo>
                  <a:cubicBezTo>
                    <a:pt x="13944240" y="3659182"/>
                    <a:pt x="13932670" y="3488717"/>
                    <a:pt x="13923085" y="3418420"/>
                  </a:cubicBezTo>
                  <a:lnTo>
                    <a:pt x="13906033" y="3293364"/>
                  </a:lnTo>
                  <a:cubicBezTo>
                    <a:pt x="13897377" y="3229887"/>
                    <a:pt x="13863738" y="3111516"/>
                    <a:pt x="13837720" y="3052973"/>
                  </a:cubicBezTo>
                  <a:lnTo>
                    <a:pt x="13789668" y="2944857"/>
                  </a:lnTo>
                  <a:cubicBezTo>
                    <a:pt x="13764583" y="2888419"/>
                    <a:pt x="13703402" y="2795053"/>
                    <a:pt x="13661668" y="2749526"/>
                  </a:cubicBezTo>
                  <a:lnTo>
                    <a:pt x="13600330" y="2682611"/>
                  </a:lnTo>
                  <a:cubicBezTo>
                    <a:pt x="13569314" y="2648777"/>
                    <a:pt x="13500771" y="2592177"/>
                    <a:pt x="13461682" y="2568122"/>
                  </a:cubicBezTo>
                  <a:lnTo>
                    <a:pt x="13380605" y="2518227"/>
                  </a:lnTo>
                  <a:cubicBezTo>
                    <a:pt x="13343517" y="2495405"/>
                    <a:pt x="13252048" y="2447986"/>
                    <a:pt x="13212023" y="2430832"/>
                  </a:cubicBezTo>
                  <a:lnTo>
                    <a:pt x="13126831" y="2394321"/>
                  </a:lnTo>
                  <a:cubicBezTo>
                    <a:pt x="13088618" y="2377944"/>
                    <a:pt x="12992540" y="2343626"/>
                    <a:pt x="12952597" y="2332087"/>
                  </a:cubicBezTo>
                  <a:lnTo>
                    <a:pt x="12582660" y="2225217"/>
                  </a:lnTo>
                  <a:cubicBezTo>
                    <a:pt x="12422424" y="2178926"/>
                    <a:pt x="11998685" y="2075538"/>
                    <a:pt x="11835137" y="2042828"/>
                  </a:cubicBezTo>
                  <a:lnTo>
                    <a:pt x="11517368" y="1979275"/>
                  </a:lnTo>
                  <a:cubicBezTo>
                    <a:pt x="11381824" y="1952165"/>
                    <a:pt x="11015348" y="1891557"/>
                    <a:pt x="10878292" y="1873583"/>
                  </a:cubicBezTo>
                  <a:lnTo>
                    <a:pt x="10477124" y="1820970"/>
                  </a:lnTo>
                  <a:cubicBezTo>
                    <a:pt x="10237926" y="1789600"/>
                    <a:pt x="9949777" y="1664609"/>
                    <a:pt x="9763431" y="1511393"/>
                  </a:cubicBezTo>
                  <a:lnTo>
                    <a:pt x="9505235" y="1299098"/>
                  </a:lnTo>
                  <a:cubicBezTo>
                    <a:pt x="9391761" y="1205796"/>
                    <a:pt x="9091147" y="982875"/>
                    <a:pt x="8968913" y="901385"/>
                  </a:cubicBezTo>
                  <a:lnTo>
                    <a:pt x="8558238" y="627602"/>
                  </a:lnTo>
                  <a:cubicBezTo>
                    <a:pt x="8469231" y="568265"/>
                    <a:pt x="8247530" y="442192"/>
                    <a:pt x="8151025" y="396038"/>
                  </a:cubicBezTo>
                  <a:lnTo>
                    <a:pt x="8045108" y="345383"/>
                  </a:lnTo>
                  <a:cubicBezTo>
                    <a:pt x="7994757" y="321301"/>
                    <a:pt x="7879538" y="279387"/>
                    <a:pt x="7825482" y="265487"/>
                  </a:cubicBezTo>
                  <a:lnTo>
                    <a:pt x="7559980" y="197214"/>
                  </a:lnTo>
                  <a:cubicBezTo>
                    <a:pt x="7437379" y="165689"/>
                    <a:pt x="7147571" y="115170"/>
                    <a:pt x="7021534" y="103354"/>
                  </a:cubicBezTo>
                  <a:lnTo>
                    <a:pt x="6568553" y="60888"/>
                  </a:lnTo>
                  <a:cubicBezTo>
                    <a:pt x="6373032" y="42558"/>
                    <a:pt x="5857006" y="14926"/>
                    <a:pt x="5660645" y="12273"/>
                  </a:cubicBezTo>
                  <a:lnTo>
                    <a:pt x="4841118" y="1198"/>
                  </a:lnTo>
                  <a:cubicBezTo>
                    <a:pt x="4782034" y="400"/>
                    <a:pt x="4722942" y="1800"/>
                    <a:pt x="4663962" y="5396"/>
                  </a:cubicBezTo>
                  <a:lnTo>
                    <a:pt x="3808842" y="57537"/>
                  </a:lnTo>
                  <a:cubicBezTo>
                    <a:pt x="3562927" y="72532"/>
                    <a:pt x="2923901" y="139033"/>
                    <a:pt x="2680167" y="174993"/>
                  </a:cubicBezTo>
                  <a:lnTo>
                    <a:pt x="2252876" y="238037"/>
                  </a:lnTo>
                  <a:cubicBezTo>
                    <a:pt x="2181550" y="248561"/>
                    <a:pt x="2062093" y="288176"/>
                    <a:pt x="1998613" y="322356"/>
                  </a:cubicBezTo>
                  <a:lnTo>
                    <a:pt x="1938746" y="354593"/>
                  </a:lnTo>
                  <a:cubicBezTo>
                    <a:pt x="1907684" y="371319"/>
                    <a:pt x="1856293" y="410492"/>
                    <a:pt x="1831933" y="436011"/>
                  </a:cubicBezTo>
                  <a:lnTo>
                    <a:pt x="846376" y="1468500"/>
                  </a:lnTo>
                  <a:cubicBezTo>
                    <a:pt x="778631" y="1539471"/>
                    <a:pt x="640368" y="1641588"/>
                    <a:pt x="552611" y="1685467"/>
                  </a:cubicBezTo>
                  <a:lnTo>
                    <a:pt x="469207" y="1727168"/>
                  </a:lnTo>
                  <a:cubicBezTo>
                    <a:pt x="430494" y="1746526"/>
                    <a:pt x="347773" y="1797649"/>
                    <a:pt x="313146" y="1823620"/>
                  </a:cubicBezTo>
                  <a:lnTo>
                    <a:pt x="276306" y="1851250"/>
                  </a:lnTo>
                  <a:cubicBezTo>
                    <a:pt x="258004" y="1864976"/>
                    <a:pt x="224988" y="1896976"/>
                    <a:pt x="210697" y="1914840"/>
                  </a:cubicBezTo>
                  <a:lnTo>
                    <a:pt x="188241" y="1942911"/>
                  </a:lnTo>
                  <a:cubicBezTo>
                    <a:pt x="176750" y="1957275"/>
                    <a:pt x="159264" y="1987281"/>
                    <a:pt x="152433" y="2004360"/>
                  </a:cubicBezTo>
                  <a:lnTo>
                    <a:pt x="122267" y="2079774"/>
                  </a:lnTo>
                  <a:cubicBezTo>
                    <a:pt x="106110" y="2120168"/>
                    <a:pt x="91463" y="2192896"/>
                    <a:pt x="90725" y="2236398"/>
                  </a:cubicBezTo>
                  <a:lnTo>
                    <a:pt x="0" y="0"/>
                  </a:lnTo>
                  <a:cubicBezTo>
                    <a:pt x="0" y="0"/>
                    <a:pt x="90725" y="2236398"/>
                    <a:pt x="90725" y="2236398"/>
                  </a:cubicBez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14173200" cy="660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9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839900" y="1122465"/>
            <a:ext cx="12924246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ENTITY RELATIONSHIP DIAGRAM</a:t>
            </a:r>
          </a:p>
        </p:txBody>
      </p:sp>
      <p:sp>
        <p:nvSpPr>
          <p:cNvPr name="AutoShape 35" id="35"/>
          <p:cNvSpPr/>
          <p:nvPr/>
        </p:nvSpPr>
        <p:spPr>
          <a:xfrm>
            <a:off x="2742889" y="3424727"/>
            <a:ext cx="6467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5976373" y="3424727"/>
            <a:ext cx="6467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9093288" y="3434252"/>
            <a:ext cx="6467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12006788" y="3415202"/>
            <a:ext cx="6467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15240272" y="3399201"/>
            <a:ext cx="6467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9838" y="402947"/>
            <a:ext cx="10630335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SYSTEM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1776" y="1533356"/>
            <a:ext cx="12069186" cy="827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Reservation Workflow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 Registration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Search Available Cars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Car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Enter Rental Dates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Create Reservation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Confirm Booking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61979" y="1533356"/>
            <a:ext cx="12069186" cy="827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Vehicle Return Workflow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Vehicle Re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turned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Record Return Date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Check Vehicle Condition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Calculate Final Amount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Record Payment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↓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Update Vehicle Status → Available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DAHT7iKs7fQ</dc:identifier>
  <dcterms:modified xsi:type="dcterms:W3CDTF">2011-08-01T06:04:30Z</dcterms:modified>
  <cp:revision>1</cp:revision>
  <dc:title>Black Yellow Modern Minimalist Elegant Presentation</dc:title>
</cp:coreProperties>
</file>