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entury Gothic Paneuropean Bold" charset="1" panose="020B0702020202020204"/>
      <p:regular r:id="rId14"/>
    </p:embeddedFont>
    <p:embeddedFont>
      <p:font typeface="Century Gothic Paneuropean" charset="1" panose="020B0502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343" y="2887194"/>
            <a:ext cx="17002798" cy="205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1"/>
              </a:lnSpc>
            </a:pPr>
            <a:r>
              <a:rPr lang="en-US" b="true" sz="5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CAR RENTAL  RESERVATION AND VEHICLE RETURN MANAGEMENT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85634" y="5057775"/>
            <a:ext cx="12608215" cy="7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2"/>
              </a:lnSpc>
            </a:pPr>
            <a:r>
              <a:rPr lang="en-US" sz="41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Design and implementation of a database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181678" y="6967887"/>
            <a:ext cx="4617979" cy="229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7"/>
              </a:lnSpc>
            </a:pPr>
            <a:r>
              <a:rPr lang="en-US" sz="3276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Presented by: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Sansita.M 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25WU0102244</a:t>
            </a:r>
          </a:p>
          <a:p>
            <a:pPr algn="ctr">
              <a:lnSpc>
                <a:spcPts val="458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28750" y="0"/>
            <a:ext cx="14705765" cy="9803843"/>
          </a:xfrm>
          <a:custGeom>
            <a:avLst/>
            <a:gdLst/>
            <a:ahLst/>
            <a:cxnLst/>
            <a:rect r="r" b="b" t="t" l="l"/>
            <a:pathLst>
              <a:path h="9803843" w="14705765">
                <a:moveTo>
                  <a:pt x="0" y="0"/>
                </a:moveTo>
                <a:lnTo>
                  <a:pt x="14705765" y="0"/>
                </a:lnTo>
                <a:lnTo>
                  <a:pt x="14705765" y="9803843"/>
                </a:lnTo>
                <a:lnTo>
                  <a:pt x="0" y="9803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165394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5095" y="-1653940"/>
            <a:ext cx="1080715" cy="2956684"/>
            <a:chOff x="0" y="0"/>
            <a:chExt cx="284633" cy="7787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298541" y="3186418"/>
            <a:ext cx="10843866" cy="5053928"/>
          </a:xfrm>
          <a:custGeom>
            <a:avLst/>
            <a:gdLst/>
            <a:ahLst/>
            <a:cxnLst/>
            <a:rect r="r" b="b" t="t" l="l"/>
            <a:pathLst>
              <a:path h="5053928" w="10843866">
                <a:moveTo>
                  <a:pt x="0" y="0"/>
                </a:moveTo>
                <a:lnTo>
                  <a:pt x="10843865" y="0"/>
                </a:lnTo>
                <a:lnTo>
                  <a:pt x="10843865" y="5053929"/>
                </a:lnTo>
                <a:lnTo>
                  <a:pt x="0" y="5053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49473" y="84360"/>
            <a:ext cx="11217440" cy="87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b="true" sz="509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TABLES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49473" y="2460149"/>
            <a:ext cx="109877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CUSTOMER TABLE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6952" y="99562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79040" y="5395294"/>
            <a:ext cx="11150424" cy="4634904"/>
          </a:xfrm>
          <a:custGeom>
            <a:avLst/>
            <a:gdLst/>
            <a:ahLst/>
            <a:cxnLst/>
            <a:rect r="r" b="b" t="t" l="l"/>
            <a:pathLst>
              <a:path h="4634904" w="11150424">
                <a:moveTo>
                  <a:pt x="0" y="0"/>
                </a:moveTo>
                <a:lnTo>
                  <a:pt x="11150423" y="0"/>
                </a:lnTo>
                <a:lnTo>
                  <a:pt x="11150423" y="4634903"/>
                </a:lnTo>
                <a:lnTo>
                  <a:pt x="0" y="4634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2930" y="903554"/>
            <a:ext cx="11279181" cy="4366594"/>
          </a:xfrm>
          <a:custGeom>
            <a:avLst/>
            <a:gdLst/>
            <a:ahLst/>
            <a:cxnLst/>
            <a:rect r="r" b="b" t="t" l="l"/>
            <a:pathLst>
              <a:path h="4366594" w="11279181">
                <a:moveTo>
                  <a:pt x="0" y="0"/>
                </a:moveTo>
                <a:lnTo>
                  <a:pt x="11279182" y="0"/>
                </a:lnTo>
                <a:lnTo>
                  <a:pt x="11279182" y="4366594"/>
                </a:lnTo>
                <a:lnTo>
                  <a:pt x="0" y="4366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51757" y="4755798"/>
            <a:ext cx="109877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VEHICLE TABLE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264058"/>
            <a:ext cx="109877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RENTAL DETAILES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83202" y="2934403"/>
            <a:ext cx="13588775" cy="5280701"/>
          </a:xfrm>
          <a:custGeom>
            <a:avLst/>
            <a:gdLst/>
            <a:ahLst/>
            <a:cxnLst/>
            <a:rect r="r" b="b" t="t" l="l"/>
            <a:pathLst>
              <a:path h="5280701" w="13588775">
                <a:moveTo>
                  <a:pt x="0" y="0"/>
                </a:moveTo>
                <a:lnTo>
                  <a:pt x="13588774" y="0"/>
                </a:lnTo>
                <a:lnTo>
                  <a:pt x="13588774" y="5280701"/>
                </a:lnTo>
                <a:lnTo>
                  <a:pt x="0" y="528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11961" y="1886653"/>
            <a:ext cx="1098770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RESERVATION TABLE</a:t>
            </a:r>
          </a:p>
          <a:p>
            <a:pPr algn="ctr">
              <a:lnSpc>
                <a:spcPts val="42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497495" y="-1501540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1343" y="-150154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30056" y="2774259"/>
            <a:ext cx="12016912" cy="5221634"/>
          </a:xfrm>
          <a:custGeom>
            <a:avLst/>
            <a:gdLst/>
            <a:ahLst/>
            <a:cxnLst/>
            <a:rect r="r" b="b" t="t" l="l"/>
            <a:pathLst>
              <a:path h="5221634" w="12016912">
                <a:moveTo>
                  <a:pt x="0" y="0"/>
                </a:moveTo>
                <a:lnTo>
                  <a:pt x="12016912" y="0"/>
                </a:lnTo>
                <a:lnTo>
                  <a:pt x="12016912" y="5221634"/>
                </a:lnTo>
                <a:lnTo>
                  <a:pt x="0" y="522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76952" y="9956243"/>
            <a:ext cx="19346704" cy="821917"/>
            <a:chOff x="0" y="0"/>
            <a:chExt cx="5095428" cy="2164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03504" y="2026574"/>
            <a:ext cx="109877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VEHICLE RETURN DETAILS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8343" y="-1478342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5792" y="-1478342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9363" y="2586845"/>
            <a:ext cx="11624703" cy="5479717"/>
          </a:xfrm>
          <a:custGeom>
            <a:avLst/>
            <a:gdLst/>
            <a:ahLst/>
            <a:cxnLst/>
            <a:rect r="r" b="b" t="t" l="l"/>
            <a:pathLst>
              <a:path h="5479717" w="11624703">
                <a:moveTo>
                  <a:pt x="0" y="0"/>
                </a:moveTo>
                <a:lnTo>
                  <a:pt x="11624703" y="0"/>
                </a:lnTo>
                <a:lnTo>
                  <a:pt x="11624703" y="5479717"/>
                </a:lnTo>
                <a:lnTo>
                  <a:pt x="0" y="54797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7863" y="1874174"/>
            <a:ext cx="109877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PAYMENT DETAILS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023743" y="-1478342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40275" y="-1478342"/>
            <a:ext cx="1080715" cy="2956684"/>
            <a:chOff x="0" y="0"/>
            <a:chExt cx="284633" cy="778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376952" y="9956243"/>
            <a:ext cx="19346704" cy="821917"/>
            <a:chOff x="0" y="0"/>
            <a:chExt cx="5095428" cy="2164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DAHT7iKs7fQ</dc:identifier>
  <dcterms:modified xsi:type="dcterms:W3CDTF">2011-08-01T06:04:30Z</dcterms:modified>
  <cp:revision>1</cp:revision>
  <dc:title>DBMS_Review 2</dc:title>
</cp:coreProperties>
</file>